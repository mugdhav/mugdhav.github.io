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068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3838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E0E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3838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E0E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5276" y="3319462"/>
            <a:ext cx="1069901" cy="30638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3281" y="3727979"/>
            <a:ext cx="1146322" cy="91916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3098" y="2706687"/>
            <a:ext cx="2139802" cy="188938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79448" y="3166268"/>
            <a:ext cx="509476" cy="68937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571040" y="3166268"/>
            <a:ext cx="585898" cy="97022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11665" y="3140736"/>
            <a:ext cx="840636" cy="791501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910537" y="2783283"/>
            <a:ext cx="0" cy="1838325"/>
          </a:xfrm>
          <a:custGeom>
            <a:avLst/>
            <a:gdLst/>
            <a:ahLst/>
            <a:cxnLst/>
            <a:rect l="l" t="t" r="r" b="b"/>
            <a:pathLst>
              <a:path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974222" y="4162026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178013" y="2783283"/>
            <a:ext cx="0" cy="817244"/>
          </a:xfrm>
          <a:custGeom>
            <a:avLst/>
            <a:gdLst/>
            <a:ahLst/>
            <a:cxnLst/>
            <a:rect l="l" t="t" r="r" b="b"/>
            <a:pathLst>
              <a:path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203487" y="4162026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432751" y="4162026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520391" y="2885412"/>
            <a:ext cx="0" cy="1532255"/>
          </a:xfrm>
          <a:custGeom>
            <a:avLst/>
            <a:gdLst/>
            <a:ahLst/>
            <a:cxnLst/>
            <a:rect l="l" t="t" r="r" b="b"/>
            <a:pathLst>
              <a:path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6290520" y="3370526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6507048" y="3370526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482180" y="2885412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961485" y="4187559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482180" y="4391817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808642" y="4583309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233963" y="5464173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553296" y="546417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3322818" y="2974775"/>
            <a:ext cx="0" cy="1379220"/>
          </a:xfrm>
          <a:custGeom>
            <a:avLst/>
            <a:gdLst/>
            <a:ahLst/>
            <a:cxnLst/>
            <a:rect l="l" t="t" r="r" b="b"/>
            <a:pathLst>
              <a:path h="1379220">
                <a:moveTo>
                  <a:pt x="0" y="137874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2647761" y="4136494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3838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3838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8557" y="2936477"/>
            <a:ext cx="382107" cy="45958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1089" y="4621608"/>
            <a:ext cx="509476" cy="510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55037" y="4596076"/>
            <a:ext cx="509476" cy="53617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89689" y="2783283"/>
            <a:ext cx="0" cy="3753485"/>
          </a:xfrm>
          <a:custGeom>
            <a:avLst/>
            <a:gdLst/>
            <a:ahLst/>
            <a:cxnLst/>
            <a:rect l="l" t="t" r="r" b="b"/>
            <a:pathLst>
              <a:path h="3753484">
                <a:moveTo>
                  <a:pt x="0" y="37532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043820" y="2783283"/>
            <a:ext cx="0" cy="587375"/>
          </a:xfrm>
          <a:custGeom>
            <a:avLst/>
            <a:gdLst/>
            <a:ahLst/>
            <a:cxnLst/>
            <a:rect l="l" t="t" r="r" b="b"/>
            <a:pathLst>
              <a:path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744350" y="3268397"/>
            <a:ext cx="0" cy="3268345"/>
          </a:xfrm>
          <a:custGeom>
            <a:avLst/>
            <a:gdLst/>
            <a:ahLst/>
            <a:cxnLst/>
            <a:rect l="l" t="t" r="r" b="b"/>
            <a:pathLst>
              <a:path h="3268345">
                <a:moveTo>
                  <a:pt x="0" y="3268132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782561" y="2962009"/>
            <a:ext cx="0" cy="1583055"/>
          </a:xfrm>
          <a:custGeom>
            <a:avLst/>
            <a:gdLst/>
            <a:ahLst/>
            <a:cxnLst/>
            <a:rect l="l" t="t" r="r" b="b"/>
            <a:pathLst>
              <a:path h="1583054">
                <a:moveTo>
                  <a:pt x="0" y="1583001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83318" y="2783283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5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621983" y="2783283"/>
            <a:ext cx="0" cy="3753485"/>
          </a:xfrm>
          <a:custGeom>
            <a:avLst/>
            <a:gdLst/>
            <a:ahLst/>
            <a:cxnLst/>
            <a:rect l="l" t="t" r="r" b="b"/>
            <a:pathLst>
              <a:path h="3753484">
                <a:moveTo>
                  <a:pt x="0" y="375324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764215" y="2808815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170582" y="2808815"/>
            <a:ext cx="5502910" cy="0"/>
          </a:xfrm>
          <a:custGeom>
            <a:avLst/>
            <a:gdLst/>
            <a:ahLst/>
            <a:cxnLst/>
            <a:rect l="l" t="t" r="r" b="b"/>
            <a:pathLst>
              <a:path w="5502909">
                <a:moveTo>
                  <a:pt x="0" y="0"/>
                </a:moveTo>
                <a:lnTo>
                  <a:pt x="550234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100073" y="3893937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463227" y="3893937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087640" y="3893937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024866" y="4251390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3175">
            <a:solidFill>
              <a:srgbClr val="0807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005913" y="4264155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73691" y="4442882"/>
            <a:ext cx="2675255" cy="0"/>
          </a:xfrm>
          <a:custGeom>
            <a:avLst/>
            <a:gdLst/>
            <a:ahLst/>
            <a:cxnLst/>
            <a:rect l="l" t="t" r="r" b="b"/>
            <a:pathLst>
              <a:path w="2675254">
                <a:moveTo>
                  <a:pt x="0" y="0"/>
                </a:moveTo>
                <a:lnTo>
                  <a:pt x="267475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4571036" y="4493946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5578770" y="4493946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578770" y="4902463"/>
            <a:ext cx="662940" cy="0"/>
          </a:xfrm>
          <a:custGeom>
            <a:avLst/>
            <a:gdLst/>
            <a:ahLst/>
            <a:cxnLst/>
            <a:rect l="l" t="t" r="r" b="b"/>
            <a:pathLst>
              <a:path w="662939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4571036" y="4902463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114328" y="5132253"/>
            <a:ext cx="2980690" cy="0"/>
          </a:xfrm>
          <a:custGeom>
            <a:avLst/>
            <a:gdLst/>
            <a:ahLst/>
            <a:cxnLst/>
            <a:rect l="l" t="t" r="r" b="b"/>
            <a:pathLst>
              <a:path w="2980690">
                <a:moveTo>
                  <a:pt x="0" y="0"/>
                </a:moveTo>
                <a:lnTo>
                  <a:pt x="29804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299165" y="5132253"/>
            <a:ext cx="739140" cy="0"/>
          </a:xfrm>
          <a:custGeom>
            <a:avLst/>
            <a:gdLst/>
            <a:ahLst/>
            <a:cxnLst/>
            <a:rect l="l" t="t" r="r" b="b"/>
            <a:pathLst>
              <a:path w="739139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883849" y="5285447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>
                <a:moveTo>
                  <a:pt x="0" y="0"/>
                </a:moveTo>
                <a:lnTo>
                  <a:pt x="61137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0622591" y="5298213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235177" y="5310979"/>
            <a:ext cx="1834514" cy="0"/>
          </a:xfrm>
          <a:custGeom>
            <a:avLst/>
            <a:gdLst/>
            <a:ahLst/>
            <a:cxnLst/>
            <a:rect l="l" t="t" r="r" b="b"/>
            <a:pathLst>
              <a:path w="1834514">
                <a:moveTo>
                  <a:pt x="0" y="0"/>
                </a:moveTo>
                <a:lnTo>
                  <a:pt x="183411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73691" y="5489705"/>
            <a:ext cx="2675255" cy="0"/>
          </a:xfrm>
          <a:custGeom>
            <a:avLst/>
            <a:gdLst/>
            <a:ahLst/>
            <a:cxnLst/>
            <a:rect l="l" t="t" r="r" b="b"/>
            <a:pathLst>
              <a:path w="2675254">
                <a:moveTo>
                  <a:pt x="0" y="0"/>
                </a:moveTo>
                <a:lnTo>
                  <a:pt x="267475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087640" y="5821625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3744654" y="6293972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3175">
            <a:solidFill>
              <a:srgbClr val="0807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9170582" y="6485464"/>
            <a:ext cx="5502910" cy="0"/>
          </a:xfrm>
          <a:custGeom>
            <a:avLst/>
            <a:gdLst/>
            <a:ahLst/>
            <a:cxnLst/>
            <a:rect l="l" t="t" r="r" b="b"/>
            <a:pathLst>
              <a:path w="5502909">
                <a:moveTo>
                  <a:pt x="0" y="0"/>
                </a:moveTo>
                <a:lnTo>
                  <a:pt x="5502349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64215" y="6485464"/>
            <a:ext cx="5120640" cy="0"/>
          </a:xfrm>
          <a:custGeom>
            <a:avLst/>
            <a:gdLst/>
            <a:ahLst/>
            <a:cxnLst/>
            <a:rect l="l" t="t" r="r" b="b"/>
            <a:pathLst>
              <a:path w="5120640">
                <a:moveTo>
                  <a:pt x="0" y="0"/>
                </a:moveTo>
                <a:lnTo>
                  <a:pt x="512024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917" y="47438"/>
            <a:ext cx="14423390" cy="2021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3838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1583" y="2464197"/>
            <a:ext cx="7164070" cy="307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E0E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46602" y="9413144"/>
            <a:ext cx="1263561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4231F"/>
                </a:solidFill>
                <a:latin typeface="Arial"/>
                <a:cs typeface="Arial"/>
              </a:defRPr>
            </a:lvl1pPr>
          </a:lstStyle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19462"/>
            <a:ext cx="17475200" cy="439155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59398" y="423893"/>
            <a:ext cx="10747375" cy="1964055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sz="6250" spc="130" dirty="0">
                <a:solidFill>
                  <a:srgbClr val="3F4246"/>
                </a:solidFill>
              </a:rPr>
              <a:t>The</a:t>
            </a:r>
            <a:r>
              <a:rPr sz="6250" spc="10" dirty="0">
                <a:solidFill>
                  <a:srgbClr val="3F4246"/>
                </a:solidFill>
              </a:rPr>
              <a:t> </a:t>
            </a:r>
            <a:r>
              <a:rPr sz="6250" spc="270" dirty="0">
                <a:solidFill>
                  <a:srgbClr val="3F4246"/>
                </a:solidFill>
              </a:rPr>
              <a:t>New</a:t>
            </a:r>
            <a:r>
              <a:rPr sz="6250" spc="-285" dirty="0">
                <a:solidFill>
                  <a:srgbClr val="3F4246"/>
                </a:solidFill>
              </a:rPr>
              <a:t> </a:t>
            </a:r>
            <a:r>
              <a:rPr sz="6250" spc="55" dirty="0">
                <a:solidFill>
                  <a:srgbClr val="3F4246"/>
                </a:solidFill>
              </a:rPr>
              <a:t>Mandate</a:t>
            </a:r>
            <a:r>
              <a:rPr sz="6250" spc="114" dirty="0">
                <a:solidFill>
                  <a:srgbClr val="3F4246"/>
                </a:solidFill>
              </a:rPr>
              <a:t> </a:t>
            </a:r>
            <a:r>
              <a:rPr sz="6250" dirty="0">
                <a:solidFill>
                  <a:srgbClr val="3F4246"/>
                </a:solidFill>
              </a:rPr>
              <a:t>for</a:t>
            </a:r>
            <a:r>
              <a:rPr sz="6250" spc="-300" dirty="0">
                <a:solidFill>
                  <a:srgbClr val="3F4246"/>
                </a:solidFill>
              </a:rPr>
              <a:t> </a:t>
            </a:r>
            <a:r>
              <a:rPr sz="6250" spc="135" dirty="0">
                <a:solidFill>
                  <a:srgbClr val="3F4246"/>
                </a:solidFill>
              </a:rPr>
              <a:t>Content</a:t>
            </a:r>
            <a:endParaRPr sz="6250"/>
          </a:p>
          <a:p>
            <a:pPr marL="123189">
              <a:lnSpc>
                <a:spcPct val="100000"/>
              </a:lnSpc>
              <a:spcBef>
                <a:spcPts val="1280"/>
              </a:spcBef>
            </a:pPr>
            <a:r>
              <a:rPr sz="3500" spc="-95" dirty="0">
                <a:solidFill>
                  <a:srgbClr val="3F4246"/>
                </a:solidFill>
                <a:latin typeface="Arial"/>
                <a:cs typeface="Arial"/>
              </a:rPr>
              <a:t>Designing</a:t>
            </a:r>
            <a:r>
              <a:rPr sz="3500" spc="-35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spc="-80" dirty="0">
                <a:solidFill>
                  <a:srgbClr val="3F4246"/>
                </a:solidFill>
                <a:latin typeface="Arial"/>
                <a:cs typeface="Arial"/>
              </a:rPr>
              <a:t>Information</a:t>
            </a:r>
            <a:r>
              <a:rPr sz="3500" spc="-2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spc="-105" dirty="0">
                <a:solidFill>
                  <a:srgbClr val="3F4246"/>
                </a:solidFill>
                <a:latin typeface="Arial"/>
                <a:cs typeface="Arial"/>
              </a:rPr>
              <a:t>Ecosystems</a:t>
            </a:r>
            <a:r>
              <a:rPr sz="3500" spc="-95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3F4246"/>
                </a:solidFill>
                <a:latin typeface="Arial"/>
                <a:cs typeface="Arial"/>
              </a:rPr>
              <a:t>for</a:t>
            </a:r>
            <a:r>
              <a:rPr sz="3500" spc="-105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3F4246"/>
                </a:solidFill>
                <a:latin typeface="Arial"/>
                <a:cs typeface="Arial"/>
              </a:rPr>
              <a:t>the</a:t>
            </a:r>
            <a:r>
              <a:rPr sz="3500" spc="-145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spc="-45" dirty="0">
                <a:solidFill>
                  <a:srgbClr val="3F4246"/>
                </a:solidFill>
                <a:latin typeface="Arial"/>
                <a:cs typeface="Arial"/>
              </a:rPr>
              <a:t>Age</a:t>
            </a:r>
            <a:r>
              <a:rPr sz="3500" spc="-20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3F4246"/>
                </a:solidFill>
                <a:latin typeface="Arial"/>
                <a:cs typeface="Arial"/>
              </a:rPr>
              <a:t>of</a:t>
            </a:r>
            <a:r>
              <a:rPr sz="3500" spc="-6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3500" spc="-25" dirty="0">
                <a:solidFill>
                  <a:srgbClr val="3F4246"/>
                </a:solidFill>
                <a:latin typeface="Arial"/>
                <a:cs typeface="Arial"/>
              </a:rPr>
              <a:t>Al</a:t>
            </a:r>
            <a:endParaRPr sz="35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952" y="8764289"/>
            <a:ext cx="819023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Base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d</a:t>
            </a:r>
            <a:r>
              <a:rPr sz="1750" spc="155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o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n</a:t>
            </a:r>
            <a:r>
              <a:rPr sz="1750" spc="8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12F"/>
                </a:solidFill>
                <a:latin typeface="Arial"/>
                <a:cs typeface="Arial"/>
              </a:rPr>
              <a:t>in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s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g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ht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s</a:t>
            </a:r>
            <a:r>
              <a:rPr sz="1750" spc="80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595B5B"/>
                </a:solidFill>
                <a:latin typeface="Arial"/>
                <a:cs typeface="Arial"/>
              </a:rPr>
              <a:t>from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595B5B"/>
                </a:solidFill>
                <a:latin typeface="Arial"/>
                <a:cs typeface="Arial"/>
              </a:rPr>
              <a:t>a</a:t>
            </a:r>
            <a:r>
              <a:rPr sz="1750" spc="-15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conve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r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sat</a:t>
            </a:r>
            <a:r>
              <a:rPr sz="1750" dirty="0">
                <a:solidFill>
                  <a:srgbClr val="33312F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o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n</a:t>
            </a:r>
            <a:r>
              <a:rPr sz="1750" spc="9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1750" spc="80" dirty="0">
                <a:solidFill>
                  <a:srgbClr val="595B5B"/>
                </a:solidFill>
                <a:latin typeface="Arial"/>
                <a:cs typeface="Arial"/>
              </a:rPr>
              <a:t>wit</a:t>
            </a:r>
            <a:r>
              <a:rPr sz="1750" spc="80" dirty="0">
                <a:solidFill>
                  <a:srgbClr val="3F4246"/>
                </a:solidFill>
                <a:latin typeface="Arial"/>
                <a:cs typeface="Arial"/>
              </a:rPr>
              <a:t>h</a:t>
            </a:r>
            <a:r>
              <a:rPr sz="1750" spc="1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595B5B"/>
                </a:solidFill>
                <a:latin typeface="Arial"/>
                <a:cs typeface="Arial"/>
              </a:rPr>
              <a:t>co</a:t>
            </a:r>
            <a:r>
              <a:rPr sz="1750" spc="55" dirty="0">
                <a:solidFill>
                  <a:srgbClr val="3F4246"/>
                </a:solidFill>
                <a:latin typeface="Arial"/>
                <a:cs typeface="Arial"/>
              </a:rPr>
              <a:t>n</a:t>
            </a:r>
            <a:r>
              <a:rPr sz="1750" spc="55" dirty="0">
                <a:solidFill>
                  <a:srgbClr val="595B5B"/>
                </a:solidFill>
                <a:latin typeface="Arial"/>
                <a:cs typeface="Arial"/>
              </a:rPr>
              <a:t>tent</a:t>
            </a:r>
            <a:r>
              <a:rPr sz="1750" spc="260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st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r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ategy</a:t>
            </a:r>
            <a:r>
              <a:rPr sz="1750" spc="145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expe</a:t>
            </a:r>
            <a:r>
              <a:rPr sz="1750" dirty="0">
                <a:solidFill>
                  <a:srgbClr val="3F4246"/>
                </a:solidFill>
                <a:latin typeface="Arial"/>
                <a:cs typeface="Arial"/>
              </a:rPr>
              <a:t>r</a:t>
            </a:r>
            <a:r>
              <a:rPr sz="1750" dirty="0">
                <a:solidFill>
                  <a:srgbClr val="595B5B"/>
                </a:solidFill>
                <a:latin typeface="Arial"/>
                <a:cs typeface="Arial"/>
              </a:rPr>
              <a:t>t</a:t>
            </a:r>
            <a:r>
              <a:rPr sz="1750" spc="150" dirty="0">
                <a:solidFill>
                  <a:srgbClr val="595B5B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595B5B"/>
                </a:solidFill>
                <a:latin typeface="Arial"/>
                <a:cs typeface="Arial"/>
              </a:rPr>
              <a:t>Rahe</a:t>
            </a:r>
            <a:r>
              <a:rPr sz="1750" spc="-10" dirty="0">
                <a:solidFill>
                  <a:srgbClr val="3F4246"/>
                </a:solidFill>
                <a:latin typeface="Arial"/>
                <a:cs typeface="Arial"/>
              </a:rPr>
              <a:t>l</a:t>
            </a:r>
            <a:r>
              <a:rPr sz="1750" spc="30" dirty="0">
                <a:solidFill>
                  <a:srgbClr val="3F4246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595B5B"/>
                </a:solidFill>
                <a:latin typeface="Arial"/>
                <a:cs typeface="Arial"/>
              </a:rPr>
              <a:t>Bailie.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4244" y="4672674"/>
            <a:ext cx="6164668" cy="112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5813" y="5821626"/>
            <a:ext cx="1273691" cy="280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0384" y="6408869"/>
            <a:ext cx="433055" cy="4851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47228" y="5310981"/>
            <a:ext cx="1706746" cy="168513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88551" y="6102480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32448" y="5362044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80135" y="5362044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24032" y="6102480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25624" y="6000351"/>
            <a:ext cx="0" cy="1327785"/>
          </a:xfrm>
          <a:custGeom>
            <a:avLst/>
            <a:gdLst/>
            <a:ahLst/>
            <a:cxnLst/>
            <a:rect l="l" t="t" r="r" b="b"/>
            <a:pathLst>
              <a:path h="1327784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074902" y="6000351"/>
            <a:ext cx="0" cy="1327785"/>
          </a:xfrm>
          <a:custGeom>
            <a:avLst/>
            <a:gdLst/>
            <a:ahLst/>
            <a:cxnLst/>
            <a:rect l="l" t="t" r="r" b="b"/>
            <a:pathLst>
              <a:path h="1327784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32448" y="5362044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87413" y="6025883"/>
            <a:ext cx="2751455" cy="0"/>
          </a:xfrm>
          <a:custGeom>
            <a:avLst/>
            <a:gdLst/>
            <a:ahLst/>
            <a:cxnLst/>
            <a:rect l="l" t="t" r="r" b="b"/>
            <a:pathLst>
              <a:path w="2751454">
                <a:moveTo>
                  <a:pt x="0" y="0"/>
                </a:moveTo>
                <a:lnTo>
                  <a:pt x="275117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036692" y="6651425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09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06140" y="6651425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87413" y="7264199"/>
            <a:ext cx="2751455" cy="0"/>
          </a:xfrm>
          <a:custGeom>
            <a:avLst/>
            <a:gdLst/>
            <a:ahLst/>
            <a:cxnLst/>
            <a:rect l="l" t="t" r="r" b="b"/>
            <a:pathLst>
              <a:path w="2751454">
                <a:moveTo>
                  <a:pt x="0" y="0"/>
                </a:moveTo>
                <a:lnTo>
                  <a:pt x="275117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687426" y="370549"/>
            <a:ext cx="10121900" cy="837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00" spc="-125" dirty="0">
                <a:solidFill>
                  <a:srgbClr val="444648"/>
                </a:solidFill>
              </a:rPr>
              <a:t>We</a:t>
            </a:r>
            <a:r>
              <a:rPr sz="5300" spc="-270" dirty="0">
                <a:solidFill>
                  <a:srgbClr val="444648"/>
                </a:solidFill>
              </a:rPr>
              <a:t> </a:t>
            </a:r>
            <a:r>
              <a:rPr sz="5300" spc="180" dirty="0">
                <a:solidFill>
                  <a:srgbClr val="444648"/>
                </a:solidFill>
              </a:rPr>
              <a:t>have</a:t>
            </a:r>
            <a:r>
              <a:rPr sz="5300" spc="-395" dirty="0">
                <a:solidFill>
                  <a:srgbClr val="444648"/>
                </a:solidFill>
              </a:rPr>
              <a:t> </a:t>
            </a:r>
            <a:r>
              <a:rPr sz="5300" spc="185" dirty="0">
                <a:solidFill>
                  <a:srgbClr val="444648"/>
                </a:solidFill>
              </a:rPr>
              <a:t>a</a:t>
            </a:r>
            <a:r>
              <a:rPr sz="5300" spc="-295" dirty="0">
                <a:solidFill>
                  <a:srgbClr val="444648"/>
                </a:solidFill>
              </a:rPr>
              <a:t> </a:t>
            </a:r>
            <a:r>
              <a:rPr sz="5300" spc="204" dirty="0">
                <a:solidFill>
                  <a:srgbClr val="444648"/>
                </a:solidFill>
              </a:rPr>
              <a:t>new</a:t>
            </a:r>
            <a:r>
              <a:rPr sz="5300" spc="225" dirty="0">
                <a:solidFill>
                  <a:srgbClr val="444648"/>
                </a:solidFill>
              </a:rPr>
              <a:t> </a:t>
            </a:r>
            <a:r>
              <a:rPr sz="5300" spc="50" dirty="0">
                <a:solidFill>
                  <a:srgbClr val="444648"/>
                </a:solidFill>
              </a:rPr>
              <a:t>primary</a:t>
            </a:r>
            <a:r>
              <a:rPr sz="5300" spc="-175" dirty="0">
                <a:solidFill>
                  <a:srgbClr val="444648"/>
                </a:solidFill>
              </a:rPr>
              <a:t> </a:t>
            </a:r>
            <a:r>
              <a:rPr sz="5300" spc="175" dirty="0">
                <a:solidFill>
                  <a:srgbClr val="444648"/>
                </a:solidFill>
              </a:rPr>
              <a:t>audience.</a:t>
            </a:r>
            <a:endParaRPr sz="530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3583" y="1717377"/>
            <a:ext cx="14227175" cy="239776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065" marR="5080" indent="-42545" algn="ctr">
              <a:lnSpc>
                <a:spcPts val="6030"/>
              </a:lnSpc>
              <a:spcBef>
                <a:spcPts val="755"/>
              </a:spcBef>
            </a:pPr>
            <a:r>
              <a:rPr sz="5450" b="1" spc="-390" dirty="0">
                <a:solidFill>
                  <a:srgbClr val="242426"/>
                </a:solidFill>
                <a:latin typeface="Times New Roman"/>
                <a:cs typeface="Times New Roman"/>
              </a:rPr>
              <a:t>''We</a:t>
            </a:r>
            <a:r>
              <a:rPr sz="5450" b="1" spc="-29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240" dirty="0">
                <a:solidFill>
                  <a:srgbClr val="242426"/>
                </a:solidFill>
                <a:latin typeface="Times New Roman"/>
                <a:cs typeface="Times New Roman"/>
              </a:rPr>
              <a:t>are</a:t>
            </a:r>
            <a:r>
              <a:rPr sz="5450" b="1" spc="-28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55" dirty="0">
                <a:solidFill>
                  <a:srgbClr val="242426"/>
                </a:solidFill>
                <a:latin typeface="Times New Roman"/>
                <a:cs typeface="Times New Roman"/>
              </a:rPr>
              <a:t>no</a:t>
            </a:r>
            <a:r>
              <a:rPr sz="5450" b="1" spc="-45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50" dirty="0">
                <a:solidFill>
                  <a:srgbClr val="242426"/>
                </a:solidFill>
                <a:latin typeface="Times New Roman"/>
                <a:cs typeface="Times New Roman"/>
              </a:rPr>
              <a:t>longer</a:t>
            </a:r>
            <a:r>
              <a:rPr sz="5450" b="1" spc="-19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60" dirty="0">
                <a:solidFill>
                  <a:srgbClr val="242426"/>
                </a:solidFill>
                <a:latin typeface="Times New Roman"/>
                <a:cs typeface="Times New Roman"/>
              </a:rPr>
              <a:t>creating</a:t>
            </a:r>
            <a:r>
              <a:rPr sz="5450" b="1" spc="-18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25" dirty="0">
                <a:solidFill>
                  <a:srgbClr val="242426"/>
                </a:solidFill>
                <a:latin typeface="Times New Roman"/>
                <a:cs typeface="Times New Roman"/>
              </a:rPr>
              <a:t>content</a:t>
            </a:r>
            <a:r>
              <a:rPr sz="5450" b="1" spc="-15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204" dirty="0">
                <a:solidFill>
                  <a:srgbClr val="242426"/>
                </a:solidFill>
                <a:latin typeface="Times New Roman"/>
                <a:cs typeface="Times New Roman"/>
              </a:rPr>
              <a:t>just</a:t>
            </a:r>
            <a:r>
              <a:rPr sz="5450" b="1" spc="-48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50" dirty="0">
                <a:solidFill>
                  <a:srgbClr val="242426"/>
                </a:solidFill>
                <a:latin typeface="Times New Roman"/>
                <a:cs typeface="Times New Roman"/>
              </a:rPr>
              <a:t>for</a:t>
            </a:r>
            <a:r>
              <a:rPr sz="5450" b="1" spc="-409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20" dirty="0">
                <a:solidFill>
                  <a:srgbClr val="242426"/>
                </a:solidFill>
                <a:latin typeface="Times New Roman"/>
                <a:cs typeface="Times New Roman"/>
              </a:rPr>
              <a:t>human </a:t>
            </a:r>
            <a:r>
              <a:rPr sz="5450" b="1" spc="-195" dirty="0">
                <a:solidFill>
                  <a:srgbClr val="242426"/>
                </a:solidFill>
                <a:latin typeface="Times New Roman"/>
                <a:cs typeface="Times New Roman"/>
              </a:rPr>
              <a:t>readers.</a:t>
            </a:r>
            <a:r>
              <a:rPr sz="5450" b="1" spc="-32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440" dirty="0">
                <a:solidFill>
                  <a:srgbClr val="242426"/>
                </a:solidFill>
                <a:latin typeface="Times New Roman"/>
                <a:cs typeface="Times New Roman"/>
              </a:rPr>
              <a:t>We</a:t>
            </a:r>
            <a:r>
              <a:rPr sz="5450" b="1" spc="-35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90" dirty="0">
                <a:solidFill>
                  <a:srgbClr val="242426"/>
                </a:solidFill>
                <a:latin typeface="Times New Roman"/>
                <a:cs typeface="Times New Roman"/>
              </a:rPr>
              <a:t>are</a:t>
            </a:r>
            <a:r>
              <a:rPr sz="5450" b="1" spc="-44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30" dirty="0">
                <a:solidFill>
                  <a:srgbClr val="242426"/>
                </a:solidFill>
                <a:latin typeface="Times New Roman"/>
                <a:cs typeface="Times New Roman"/>
              </a:rPr>
              <a:t>creating</a:t>
            </a:r>
            <a:r>
              <a:rPr sz="5450" b="1" spc="-12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75" dirty="0">
                <a:solidFill>
                  <a:srgbClr val="242426"/>
                </a:solidFill>
                <a:latin typeface="Times New Roman"/>
                <a:cs typeface="Times New Roman"/>
              </a:rPr>
              <a:t>it</a:t>
            </a:r>
            <a:r>
              <a:rPr sz="5450" b="1" spc="-53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50" dirty="0">
                <a:solidFill>
                  <a:srgbClr val="242426"/>
                </a:solidFill>
                <a:latin typeface="Times New Roman"/>
                <a:cs typeface="Times New Roman"/>
              </a:rPr>
              <a:t>for</a:t>
            </a:r>
            <a:r>
              <a:rPr sz="5450" b="1" spc="-42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35" dirty="0">
                <a:solidFill>
                  <a:srgbClr val="242426"/>
                </a:solidFill>
                <a:latin typeface="Times New Roman"/>
                <a:cs typeface="Times New Roman"/>
              </a:rPr>
              <a:t>the</a:t>
            </a:r>
            <a:r>
              <a:rPr sz="5450" b="1" spc="-36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65" dirty="0">
                <a:solidFill>
                  <a:srgbClr val="242426"/>
                </a:solidFill>
                <a:latin typeface="Times New Roman"/>
                <a:cs typeface="Times New Roman"/>
              </a:rPr>
              <a:t>systems</a:t>
            </a:r>
            <a:r>
              <a:rPr sz="5450" b="1" spc="-16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25" dirty="0">
                <a:solidFill>
                  <a:srgbClr val="242426"/>
                </a:solidFill>
                <a:latin typeface="Times New Roman"/>
                <a:cs typeface="Times New Roman"/>
              </a:rPr>
              <a:t>that</a:t>
            </a:r>
            <a:r>
              <a:rPr sz="5450" b="1" spc="-27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20" dirty="0">
                <a:solidFill>
                  <a:srgbClr val="242426"/>
                </a:solidFill>
                <a:latin typeface="Times New Roman"/>
                <a:cs typeface="Times New Roman"/>
              </a:rPr>
              <a:t>help </a:t>
            </a:r>
            <a:r>
              <a:rPr sz="5450" b="1" spc="-125" dirty="0">
                <a:solidFill>
                  <a:srgbClr val="242426"/>
                </a:solidFill>
                <a:latin typeface="Times New Roman"/>
                <a:cs typeface="Times New Roman"/>
              </a:rPr>
              <a:t>humans</a:t>
            </a:r>
            <a:r>
              <a:rPr sz="5450" b="1" spc="-17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30" dirty="0">
                <a:solidFill>
                  <a:srgbClr val="242426"/>
                </a:solidFill>
                <a:latin typeface="Times New Roman"/>
                <a:cs typeface="Times New Roman"/>
              </a:rPr>
              <a:t>find</a:t>
            </a:r>
            <a:r>
              <a:rPr sz="5450" b="1" spc="-340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114" dirty="0">
                <a:solidFill>
                  <a:srgbClr val="242426"/>
                </a:solidFill>
                <a:latin typeface="Times New Roman"/>
                <a:cs typeface="Times New Roman"/>
              </a:rPr>
              <a:t>what</a:t>
            </a:r>
            <a:r>
              <a:rPr sz="5450" b="1" spc="-35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450" b="1" spc="-55" dirty="0">
                <a:solidFill>
                  <a:srgbClr val="242426"/>
                </a:solidFill>
                <a:latin typeface="Times New Roman"/>
                <a:cs typeface="Times New Roman"/>
              </a:rPr>
              <a:t>they</a:t>
            </a:r>
            <a:r>
              <a:rPr sz="5450" b="1" spc="-315" dirty="0">
                <a:solidFill>
                  <a:srgbClr val="242426"/>
                </a:solidFill>
                <a:latin typeface="Times New Roman"/>
                <a:cs typeface="Times New Roman"/>
              </a:rPr>
              <a:t> </a:t>
            </a:r>
            <a:r>
              <a:rPr sz="5650" b="1" i="1" spc="-35" dirty="0">
                <a:solidFill>
                  <a:srgbClr val="242426"/>
                </a:solidFill>
                <a:latin typeface="Times New Roman"/>
                <a:cs typeface="Times New Roman"/>
              </a:rPr>
              <a:t>need:'</a:t>
            </a:r>
            <a:endParaRPr sz="5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5262" y="6491916"/>
            <a:ext cx="789940" cy="600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38505" algn="l"/>
              </a:tabLst>
            </a:pPr>
            <a:r>
              <a:rPr sz="3750" spc="-950" dirty="0">
                <a:solidFill>
                  <a:srgbClr val="444648"/>
                </a:solidFill>
                <a:latin typeface="Times New Roman"/>
                <a:cs typeface="Times New Roman"/>
              </a:rPr>
              <a:t>I</a:t>
            </a:r>
            <a:r>
              <a:rPr sz="3750" dirty="0">
                <a:solidFill>
                  <a:srgbClr val="444648"/>
                </a:solidFill>
                <a:latin typeface="Times New Roman"/>
                <a:cs typeface="Times New Roman"/>
              </a:rPr>
              <a:t>	</a:t>
            </a:r>
            <a:r>
              <a:rPr sz="3750" spc="-1000" dirty="0">
                <a:solidFill>
                  <a:srgbClr val="444648"/>
                </a:solidFill>
                <a:latin typeface="Times New Roman"/>
                <a:cs typeface="Times New Roman"/>
              </a:rPr>
              <a:t>I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31112" y="6421702"/>
            <a:ext cx="1626870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b="1" spc="-135" dirty="0">
                <a:solidFill>
                  <a:srgbClr val="242426"/>
                </a:solidFill>
                <a:latin typeface="Arial"/>
                <a:cs typeface="Arial"/>
              </a:rPr>
              <a:t>CONTENT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17992" y="8030236"/>
            <a:ext cx="13039725" cy="1172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22225" algn="ctr">
              <a:lnSpc>
                <a:spcPts val="3020"/>
              </a:lnSpc>
              <a:spcBef>
                <a:spcPts val="95"/>
              </a:spcBef>
            </a:pP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This</a:t>
            </a:r>
            <a:r>
              <a:rPr sz="2400" spc="3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fundamental</a:t>
            </a:r>
            <a:r>
              <a:rPr sz="2400" spc="27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444648"/>
                </a:solidFill>
                <a:latin typeface="Arial"/>
                <a:cs typeface="Arial"/>
              </a:rPr>
              <a:t>shift</a:t>
            </a:r>
            <a:r>
              <a:rPr sz="2400" spc="6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444648"/>
                </a:solidFill>
                <a:latin typeface="Arial"/>
                <a:cs typeface="Arial"/>
              </a:rPr>
              <a:t>puts</a:t>
            </a:r>
            <a:r>
              <a:rPr sz="2400" spc="-1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444648"/>
                </a:solidFill>
                <a:latin typeface="Arial"/>
                <a:cs typeface="Arial"/>
              </a:rPr>
              <a:t>the</a:t>
            </a:r>
            <a:r>
              <a:rPr sz="2400" spc="10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foundations</a:t>
            </a:r>
            <a:r>
              <a:rPr sz="2400" spc="26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75" dirty="0">
                <a:solidFill>
                  <a:srgbClr val="444648"/>
                </a:solidFill>
                <a:latin typeface="Arial"/>
                <a:cs typeface="Arial"/>
              </a:rPr>
              <a:t>of</a:t>
            </a:r>
            <a:r>
              <a:rPr sz="2400" spc="14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our</a:t>
            </a:r>
            <a:r>
              <a:rPr sz="2400" spc="21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155" dirty="0">
                <a:solidFill>
                  <a:srgbClr val="444648"/>
                </a:solidFill>
                <a:latin typeface="Arial"/>
                <a:cs typeface="Arial"/>
              </a:rPr>
              <a:t>work-</a:t>
            </a:r>
            <a:r>
              <a:rPr sz="2400" spc="145" dirty="0">
                <a:solidFill>
                  <a:srgbClr val="444648"/>
                </a:solidFill>
                <a:latin typeface="Arial"/>
                <a:cs typeface="Arial"/>
              </a:rPr>
              <a:t>information</a:t>
            </a:r>
            <a:r>
              <a:rPr sz="2400" spc="-3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architecture,</a:t>
            </a:r>
            <a:r>
              <a:rPr sz="2400" spc="229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44648"/>
                </a:solidFill>
                <a:latin typeface="Arial"/>
                <a:cs typeface="Arial"/>
              </a:rPr>
              <a:t>models, </a:t>
            </a:r>
            <a:r>
              <a:rPr sz="2400" spc="60" dirty="0">
                <a:solidFill>
                  <a:srgbClr val="444648"/>
                </a:solidFill>
                <a:latin typeface="Arial"/>
                <a:cs typeface="Arial"/>
              </a:rPr>
              <a:t>and</a:t>
            </a:r>
            <a:r>
              <a:rPr sz="2400" spc="-9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165" dirty="0">
                <a:solidFill>
                  <a:srgbClr val="444648"/>
                </a:solidFill>
                <a:latin typeface="Arial"/>
                <a:cs typeface="Arial"/>
              </a:rPr>
              <a:t>metadata-</a:t>
            </a:r>
            <a:r>
              <a:rPr sz="2400" spc="170" dirty="0">
                <a:solidFill>
                  <a:srgbClr val="444648"/>
                </a:solidFill>
                <a:latin typeface="Arial"/>
                <a:cs typeface="Arial"/>
              </a:rPr>
              <a:t>under</a:t>
            </a:r>
            <a:r>
              <a:rPr sz="2400" spc="-15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444648"/>
                </a:solidFill>
                <a:latin typeface="Arial"/>
                <a:cs typeface="Arial"/>
              </a:rPr>
              <a:t>power</a:t>
            </a:r>
            <a:r>
              <a:rPr sz="2400" spc="85" dirty="0">
                <a:solidFill>
                  <a:srgbClr val="242426"/>
                </a:solidFill>
                <a:latin typeface="Arial"/>
                <a:cs typeface="Arial"/>
              </a:rPr>
              <a:t>f</a:t>
            </a:r>
            <a:r>
              <a:rPr sz="2400" spc="85" dirty="0">
                <a:solidFill>
                  <a:srgbClr val="444648"/>
                </a:solidFill>
                <a:latin typeface="Arial"/>
                <a:cs typeface="Arial"/>
              </a:rPr>
              <a:t>ul</a:t>
            </a:r>
            <a:r>
              <a:rPr sz="2400" spc="-19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444648"/>
                </a:solidFill>
                <a:latin typeface="Arial"/>
                <a:cs typeface="Arial"/>
              </a:rPr>
              <a:t>new</a:t>
            </a:r>
            <a:r>
              <a:rPr sz="2400" spc="-3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444648"/>
                </a:solidFill>
                <a:latin typeface="Arial"/>
                <a:cs typeface="Arial"/>
              </a:rPr>
              <a:t>spotligh</a:t>
            </a:r>
            <a:r>
              <a:rPr sz="2400" spc="70" dirty="0">
                <a:solidFill>
                  <a:srgbClr val="242426"/>
                </a:solidFill>
                <a:latin typeface="Arial"/>
                <a:cs typeface="Arial"/>
              </a:rPr>
              <a:t>t</a:t>
            </a:r>
            <a:r>
              <a:rPr sz="2400" spc="70" dirty="0">
                <a:solidFill>
                  <a:srgbClr val="444648"/>
                </a:solidFill>
                <a:latin typeface="Arial"/>
                <a:cs typeface="Arial"/>
              </a:rPr>
              <a:t>.</a:t>
            </a:r>
            <a:r>
              <a:rPr sz="2400" spc="-8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Ge</a:t>
            </a:r>
            <a:r>
              <a:rPr sz="2400" dirty="0">
                <a:solidFill>
                  <a:srgbClr val="242426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ting</a:t>
            </a:r>
            <a:r>
              <a:rPr sz="2400" spc="7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these</a:t>
            </a:r>
            <a:r>
              <a:rPr sz="2400" spc="1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444648"/>
                </a:solidFill>
                <a:latin typeface="Arial"/>
                <a:cs typeface="Arial"/>
              </a:rPr>
              <a:t>foundations</a:t>
            </a:r>
            <a:r>
              <a:rPr sz="2400" spc="3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444648"/>
                </a:solidFill>
                <a:latin typeface="Arial"/>
                <a:cs typeface="Arial"/>
              </a:rPr>
              <a:t>right</a:t>
            </a:r>
            <a:r>
              <a:rPr sz="2400" spc="1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444648"/>
                </a:solidFill>
                <a:latin typeface="Arial"/>
                <a:cs typeface="Arial"/>
              </a:rPr>
              <a:t>is</a:t>
            </a:r>
            <a:r>
              <a:rPr sz="2400" spc="-5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114" dirty="0">
                <a:solidFill>
                  <a:srgbClr val="444648"/>
                </a:solidFill>
                <a:latin typeface="Arial"/>
                <a:cs typeface="Arial"/>
              </a:rPr>
              <a:t>no</a:t>
            </a:r>
            <a:r>
              <a:rPr sz="2400" spc="-114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longer</a:t>
            </a:r>
            <a:r>
              <a:rPr sz="2400" spc="11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444648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400" spc="60" dirty="0">
                <a:solidFill>
                  <a:srgbClr val="444648"/>
                </a:solidFill>
                <a:latin typeface="Arial"/>
                <a:cs typeface="Arial"/>
              </a:rPr>
              <a:t>best</a:t>
            </a:r>
            <a:r>
              <a:rPr sz="2400" spc="3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444648"/>
                </a:solidFill>
                <a:latin typeface="Arial"/>
                <a:cs typeface="Arial"/>
              </a:rPr>
              <a:t>practice;</a:t>
            </a:r>
            <a:r>
              <a:rPr sz="2400" spc="3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it's</a:t>
            </a:r>
            <a:r>
              <a:rPr sz="2400" spc="-3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prerequisite</a:t>
            </a:r>
            <a:r>
              <a:rPr sz="2400" spc="18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44648"/>
                </a:solidFill>
                <a:latin typeface="Arial"/>
                <a:cs typeface="Arial"/>
              </a:rPr>
              <a:t>for</a:t>
            </a:r>
            <a:r>
              <a:rPr sz="2400" spc="245" dirty="0">
                <a:solidFill>
                  <a:srgbClr val="44464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444648"/>
                </a:solidFill>
                <a:latin typeface="Arial"/>
                <a:cs typeface="Arial"/>
              </a:rPr>
              <a:t>relevance.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6253" y="2859881"/>
            <a:ext cx="229264" cy="434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005" y="6434401"/>
            <a:ext cx="15589986" cy="23489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935100" y="76861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47765" y="817364"/>
            <a:ext cx="14281785" cy="2226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925" marR="5080" indent="-22860">
              <a:lnSpc>
                <a:spcPct val="100000"/>
              </a:lnSpc>
              <a:spcBef>
                <a:spcPts val="135"/>
              </a:spcBef>
              <a:tabLst>
                <a:tab pos="6430645" algn="l"/>
                <a:tab pos="6641465" algn="l"/>
                <a:tab pos="9168130" algn="l"/>
              </a:tabLst>
            </a:pPr>
            <a:r>
              <a:rPr sz="7200" spc="110" dirty="0">
                <a:solidFill>
                  <a:srgbClr val="333133"/>
                </a:solidFill>
              </a:rPr>
              <a:t>The</a:t>
            </a:r>
            <a:r>
              <a:rPr sz="7200" spc="-350" dirty="0">
                <a:solidFill>
                  <a:srgbClr val="333133"/>
                </a:solidFill>
              </a:rPr>
              <a:t> </a:t>
            </a:r>
            <a:r>
              <a:rPr sz="7200" spc="-325" dirty="0">
                <a:solidFill>
                  <a:srgbClr val="333133"/>
                </a:solidFill>
              </a:rPr>
              <a:t>AI</a:t>
            </a:r>
            <a:r>
              <a:rPr sz="7200" spc="-265" dirty="0">
                <a:solidFill>
                  <a:srgbClr val="333133"/>
                </a:solidFill>
              </a:rPr>
              <a:t> </a:t>
            </a:r>
            <a:r>
              <a:rPr sz="7200" spc="110" dirty="0">
                <a:solidFill>
                  <a:srgbClr val="333133"/>
                </a:solidFill>
              </a:rPr>
              <a:t>Spotligh</a:t>
            </a:r>
            <a:r>
              <a:rPr sz="7200" dirty="0">
                <a:solidFill>
                  <a:srgbClr val="333133"/>
                </a:solidFill>
              </a:rPr>
              <a:t>		</a:t>
            </a:r>
            <a:r>
              <a:rPr sz="7200" spc="95" dirty="0">
                <a:solidFill>
                  <a:srgbClr val="333133"/>
                </a:solidFill>
              </a:rPr>
              <a:t>:</a:t>
            </a:r>
            <a:r>
              <a:rPr sz="7200" spc="-850" dirty="0">
                <a:solidFill>
                  <a:srgbClr val="333133"/>
                </a:solidFill>
              </a:rPr>
              <a:t> </a:t>
            </a:r>
            <a:r>
              <a:rPr sz="7200" spc="25" dirty="0">
                <a:solidFill>
                  <a:srgbClr val="333133"/>
                </a:solidFill>
              </a:rPr>
              <a:t>Wh</a:t>
            </a:r>
            <a:r>
              <a:rPr sz="7200" dirty="0">
                <a:solidFill>
                  <a:srgbClr val="333133"/>
                </a:solidFill>
              </a:rPr>
              <a:t>	</a:t>
            </a:r>
            <a:r>
              <a:rPr sz="7200" spc="-10" dirty="0">
                <a:solidFill>
                  <a:srgbClr val="333133"/>
                </a:solidFill>
              </a:rPr>
              <a:t>Our</a:t>
            </a:r>
            <a:r>
              <a:rPr sz="7200" spc="-484" dirty="0">
                <a:solidFill>
                  <a:srgbClr val="333133"/>
                </a:solidFill>
              </a:rPr>
              <a:t> </a:t>
            </a:r>
            <a:r>
              <a:rPr sz="7200" spc="-25" dirty="0">
                <a:solidFill>
                  <a:srgbClr val="333133"/>
                </a:solidFill>
              </a:rPr>
              <a:t>Old </a:t>
            </a:r>
            <a:r>
              <a:rPr sz="7200" spc="105" dirty="0">
                <a:solidFill>
                  <a:srgbClr val="333133"/>
                </a:solidFill>
              </a:rPr>
              <a:t>Problems</a:t>
            </a:r>
            <a:r>
              <a:rPr sz="7200" spc="65" dirty="0">
                <a:solidFill>
                  <a:srgbClr val="333133"/>
                </a:solidFill>
              </a:rPr>
              <a:t> </a:t>
            </a:r>
            <a:r>
              <a:rPr sz="7200" spc="-25" dirty="0">
                <a:solidFill>
                  <a:srgbClr val="333133"/>
                </a:solidFill>
              </a:rPr>
              <a:t>Are</a:t>
            </a:r>
            <a:r>
              <a:rPr sz="7200" dirty="0">
                <a:solidFill>
                  <a:srgbClr val="333133"/>
                </a:solidFill>
              </a:rPr>
              <a:t>	ow</a:t>
            </a:r>
            <a:r>
              <a:rPr sz="7200" spc="580" dirty="0">
                <a:solidFill>
                  <a:srgbClr val="333133"/>
                </a:solidFill>
              </a:rPr>
              <a:t> </a:t>
            </a:r>
            <a:r>
              <a:rPr sz="7200" dirty="0">
                <a:solidFill>
                  <a:srgbClr val="333133"/>
                </a:solidFill>
              </a:rPr>
              <a:t>Critical</a:t>
            </a:r>
            <a:r>
              <a:rPr sz="7200" spc="5" dirty="0">
                <a:solidFill>
                  <a:srgbClr val="333133"/>
                </a:solidFill>
              </a:rPr>
              <a:t> </a:t>
            </a:r>
            <a:r>
              <a:rPr sz="7200" spc="-20" dirty="0">
                <a:solidFill>
                  <a:srgbClr val="333133"/>
                </a:solidFill>
              </a:rPr>
              <a:t>Failures</a:t>
            </a:r>
            <a:endParaRPr sz="72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3312F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3312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9572" y="3453572"/>
            <a:ext cx="15500350" cy="2272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13399"/>
              </a:lnSpc>
              <a:spcBef>
                <a:spcPts val="95"/>
              </a:spcBef>
            </a:pP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For</a:t>
            </a:r>
            <a:r>
              <a:rPr sz="3250" spc="13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years,</a:t>
            </a:r>
            <a:r>
              <a:rPr sz="3250" spc="16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we've</a:t>
            </a:r>
            <a:r>
              <a:rPr sz="3250" spc="7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managed</a:t>
            </a:r>
            <a:r>
              <a:rPr sz="3250" spc="17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legacy</a:t>
            </a:r>
            <a:r>
              <a:rPr sz="3250" spc="15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33133"/>
                </a:solidFill>
                <a:latin typeface="Arial"/>
                <a:cs typeface="Arial"/>
              </a:rPr>
              <a:t>content,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33133"/>
                </a:solidFill>
                <a:latin typeface="Arial"/>
                <a:cs typeface="Arial"/>
              </a:rPr>
              <a:t>inconsistent</a:t>
            </a:r>
            <a:r>
              <a:rPr sz="3250" spc="45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333133"/>
                </a:solidFill>
                <a:latin typeface="Arial"/>
                <a:cs typeface="Arial"/>
              </a:rPr>
              <a:t>metadata,</a:t>
            </a:r>
            <a:r>
              <a:rPr sz="3250" spc="9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-25" dirty="0">
                <a:solidFill>
                  <a:srgbClr val="333133"/>
                </a:solidFill>
                <a:latin typeface="Arial"/>
                <a:cs typeface="Arial"/>
              </a:rPr>
              <a:t>and</a:t>
            </a:r>
            <a:r>
              <a:rPr sz="3250" spc="81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fragmented</a:t>
            </a:r>
            <a:r>
              <a:rPr sz="3250" spc="30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33133"/>
                </a:solidFill>
                <a:latin typeface="Arial"/>
                <a:cs typeface="Arial"/>
              </a:rPr>
              <a:t>systems</a:t>
            </a:r>
            <a:r>
              <a:rPr sz="3250" spc="65" dirty="0">
                <a:solidFill>
                  <a:srgbClr val="565652"/>
                </a:solidFill>
                <a:latin typeface="Arial"/>
                <a:cs typeface="Arial"/>
              </a:rPr>
              <a:t>.</a:t>
            </a:r>
            <a:r>
              <a:rPr sz="3250" spc="-225" dirty="0">
                <a:solidFill>
                  <a:srgbClr val="565652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Al</a:t>
            </a:r>
            <a:r>
              <a:rPr sz="3250" spc="10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333133"/>
                </a:solidFill>
                <a:latin typeface="Arial"/>
                <a:cs typeface="Arial"/>
              </a:rPr>
              <a:t>doesn't</a:t>
            </a:r>
            <a:r>
              <a:rPr sz="3250" spc="34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solve</a:t>
            </a:r>
            <a:r>
              <a:rPr sz="3250" spc="12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333133"/>
                </a:solidFill>
                <a:latin typeface="Arial"/>
                <a:cs typeface="Arial"/>
              </a:rPr>
              <a:t>these </a:t>
            </a:r>
            <a:r>
              <a:rPr sz="3250" spc="55" dirty="0">
                <a:solidFill>
                  <a:srgbClr val="333133"/>
                </a:solidFill>
                <a:latin typeface="Arial"/>
                <a:cs typeface="Arial"/>
              </a:rPr>
              <a:t>problems;</a:t>
            </a:r>
            <a:r>
              <a:rPr sz="3250" spc="17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it</a:t>
            </a:r>
            <a:r>
              <a:rPr sz="3250" spc="31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333133"/>
                </a:solidFill>
                <a:latin typeface="Arial"/>
                <a:cs typeface="Arial"/>
              </a:rPr>
              <a:t>amplifies</a:t>
            </a:r>
            <a:r>
              <a:rPr sz="3250" spc="8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90" dirty="0">
                <a:solidFill>
                  <a:srgbClr val="333133"/>
                </a:solidFill>
                <a:latin typeface="Arial"/>
                <a:cs typeface="Arial"/>
              </a:rPr>
              <a:t>them.</a:t>
            </a:r>
            <a:r>
              <a:rPr sz="3250" spc="-2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30" dirty="0">
                <a:solidFill>
                  <a:srgbClr val="333133"/>
                </a:solidFill>
                <a:latin typeface="Arial"/>
                <a:cs typeface="Arial"/>
              </a:rPr>
              <a:t>What </a:t>
            </a:r>
            <a:r>
              <a:rPr sz="3250" spc="65" dirty="0">
                <a:solidFill>
                  <a:srgbClr val="333133"/>
                </a:solidFill>
                <a:latin typeface="Arial"/>
                <a:cs typeface="Arial"/>
              </a:rPr>
              <a:t>were</a:t>
            </a:r>
            <a:r>
              <a:rPr sz="3250" spc="1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33133"/>
                </a:solidFill>
                <a:latin typeface="Arial"/>
                <a:cs typeface="Arial"/>
              </a:rPr>
              <a:t>once</a:t>
            </a:r>
            <a:r>
              <a:rPr sz="3250" spc="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90" dirty="0">
                <a:solidFill>
                  <a:srgbClr val="333133"/>
                </a:solidFill>
                <a:latin typeface="Arial"/>
                <a:cs typeface="Arial"/>
              </a:rPr>
              <a:t>inefficiencies</a:t>
            </a:r>
            <a:r>
              <a:rPr sz="3250" spc="-7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are</a:t>
            </a:r>
            <a:r>
              <a:rPr sz="3250" spc="-5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33133"/>
                </a:solidFill>
                <a:latin typeface="Arial"/>
                <a:cs typeface="Arial"/>
              </a:rPr>
              <a:t>now</a:t>
            </a:r>
            <a:r>
              <a:rPr sz="3250" spc="9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barriers</a:t>
            </a:r>
            <a:r>
              <a:rPr sz="3250" spc="16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33133"/>
                </a:solidFill>
                <a:latin typeface="Arial"/>
                <a:cs typeface="Arial"/>
              </a:rPr>
              <a:t>to</a:t>
            </a:r>
            <a:r>
              <a:rPr sz="3250" spc="18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33133"/>
                </a:solidFill>
                <a:latin typeface="Arial"/>
                <a:cs typeface="Arial"/>
              </a:rPr>
              <a:t>delivering</a:t>
            </a:r>
            <a:r>
              <a:rPr sz="3250" spc="18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333133"/>
                </a:solidFill>
                <a:latin typeface="Arial"/>
                <a:cs typeface="Arial"/>
              </a:rPr>
              <a:t>accurate,</a:t>
            </a:r>
            <a:r>
              <a:rPr sz="3250" spc="17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45" dirty="0">
                <a:solidFill>
                  <a:srgbClr val="333133"/>
                </a:solidFill>
                <a:latin typeface="Arial"/>
                <a:cs typeface="Arial"/>
              </a:rPr>
              <a:t>intelligent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experiences.</a:t>
            </a:r>
            <a:r>
              <a:rPr sz="3250" spc="17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33133"/>
                </a:solidFill>
                <a:latin typeface="Arial"/>
                <a:cs typeface="Arial"/>
              </a:rPr>
              <a:t>Let's</a:t>
            </a:r>
            <a:r>
              <a:rPr sz="3250" spc="1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examine</a:t>
            </a:r>
            <a:r>
              <a:rPr sz="3250" spc="229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130" dirty="0">
                <a:solidFill>
                  <a:srgbClr val="333133"/>
                </a:solidFill>
                <a:latin typeface="Arial"/>
                <a:cs typeface="Arial"/>
              </a:rPr>
              <a:t>the</a:t>
            </a:r>
            <a:r>
              <a:rPr sz="3250" spc="-17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60" dirty="0">
                <a:solidFill>
                  <a:srgbClr val="333133"/>
                </a:solidFill>
                <a:latin typeface="Arial"/>
                <a:cs typeface="Arial"/>
              </a:rPr>
              <a:t>hidden</a:t>
            </a:r>
            <a:r>
              <a:rPr sz="3250" spc="7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challenges</a:t>
            </a:r>
            <a:r>
              <a:rPr sz="3250" spc="14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333133"/>
                </a:solidFill>
                <a:latin typeface="Arial"/>
                <a:cs typeface="Arial"/>
              </a:rPr>
              <a:t>ft</a:t>
            </a:r>
            <a:r>
              <a:rPr sz="3050" spc="32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2900" spc="100" dirty="0">
                <a:solidFill>
                  <a:srgbClr val="333133"/>
                </a:solidFill>
                <a:latin typeface="Arial"/>
                <a:cs typeface="Arial"/>
              </a:rPr>
              <a:t>now</a:t>
            </a:r>
            <a:r>
              <a:rPr sz="2900" spc="-3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133"/>
                </a:solidFill>
                <a:latin typeface="Arial"/>
                <a:cs typeface="Arial"/>
              </a:rPr>
              <a:t>demand</a:t>
            </a:r>
            <a:r>
              <a:rPr sz="3250" spc="25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133"/>
                </a:solidFill>
                <a:latin typeface="Arial"/>
                <a:cs typeface="Arial"/>
              </a:rPr>
              <a:t>our</a:t>
            </a:r>
            <a:r>
              <a:rPr sz="3250" spc="6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333133"/>
                </a:solidFill>
                <a:latin typeface="Arial"/>
                <a:cs typeface="Arial"/>
              </a:rPr>
              <a:t>full</a:t>
            </a:r>
            <a:r>
              <a:rPr sz="3250" spc="60" dirty="0">
                <a:solidFill>
                  <a:srgbClr val="333133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33133"/>
                </a:solidFill>
                <a:latin typeface="Arial"/>
                <a:cs typeface="Arial"/>
              </a:rPr>
              <a:t>attention.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5220" y="1864121"/>
            <a:ext cx="4508869" cy="70724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24461" y="485443"/>
            <a:ext cx="12854305" cy="929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900" spc="-75" dirty="0">
                <a:solidFill>
                  <a:srgbClr val="33363B"/>
                </a:solidFill>
              </a:rPr>
              <a:t>The</a:t>
            </a:r>
            <a:r>
              <a:rPr sz="5900" spc="-325" dirty="0">
                <a:solidFill>
                  <a:srgbClr val="33363B"/>
                </a:solidFill>
              </a:rPr>
              <a:t> </a:t>
            </a:r>
            <a:r>
              <a:rPr sz="5900" spc="-60" dirty="0">
                <a:solidFill>
                  <a:srgbClr val="33363B"/>
                </a:solidFill>
              </a:rPr>
              <a:t>Context</a:t>
            </a:r>
            <a:r>
              <a:rPr sz="5900" spc="-340" dirty="0">
                <a:solidFill>
                  <a:srgbClr val="33363B"/>
                </a:solidFill>
              </a:rPr>
              <a:t> </a:t>
            </a:r>
            <a:r>
              <a:rPr sz="5900" spc="-325" dirty="0">
                <a:solidFill>
                  <a:srgbClr val="33363B"/>
                </a:solidFill>
              </a:rPr>
              <a:t>Trap:</a:t>
            </a:r>
            <a:r>
              <a:rPr sz="5900" spc="-445" dirty="0">
                <a:solidFill>
                  <a:srgbClr val="33363B"/>
                </a:solidFill>
              </a:rPr>
              <a:t> </a:t>
            </a:r>
            <a:r>
              <a:rPr sz="5900" spc="-114" dirty="0">
                <a:solidFill>
                  <a:srgbClr val="33363B"/>
                </a:solidFill>
              </a:rPr>
              <a:t>When</a:t>
            </a:r>
            <a:r>
              <a:rPr sz="5900" spc="-254" dirty="0">
                <a:solidFill>
                  <a:srgbClr val="33363B"/>
                </a:solidFill>
              </a:rPr>
              <a:t> </a:t>
            </a:r>
            <a:r>
              <a:rPr sz="5900" spc="-120" dirty="0">
                <a:solidFill>
                  <a:srgbClr val="33363B"/>
                </a:solidFill>
              </a:rPr>
              <a:t>'Right'</a:t>
            </a:r>
            <a:r>
              <a:rPr sz="5900" spc="-175" dirty="0">
                <a:solidFill>
                  <a:srgbClr val="33363B"/>
                </a:solidFill>
              </a:rPr>
              <a:t> </a:t>
            </a:r>
            <a:r>
              <a:rPr sz="5900" spc="114" dirty="0">
                <a:solidFill>
                  <a:srgbClr val="33363B"/>
                </a:solidFill>
              </a:rPr>
              <a:t>is</a:t>
            </a:r>
            <a:r>
              <a:rPr sz="5900" spc="-690" dirty="0">
                <a:solidFill>
                  <a:srgbClr val="33363B"/>
                </a:solidFill>
              </a:rPr>
              <a:t> </a:t>
            </a:r>
            <a:r>
              <a:rPr sz="5900" spc="-185" dirty="0">
                <a:solidFill>
                  <a:srgbClr val="33363B"/>
                </a:solidFill>
              </a:rPr>
              <a:t>Wrong</a:t>
            </a:r>
            <a:endParaRPr sz="59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40410" marR="5080" indent="-728345">
              <a:lnSpc>
                <a:spcPct val="94500"/>
              </a:lnSpc>
              <a:spcBef>
                <a:spcPts val="310"/>
              </a:spcBef>
              <a:tabLst>
                <a:tab pos="756285" algn="l"/>
              </a:tabLst>
            </a:pPr>
            <a:r>
              <a:rPr spc="-25" dirty="0">
                <a:solidFill>
                  <a:srgbClr val="A88766"/>
                </a:solidFill>
              </a:rPr>
              <a:t>''</a:t>
            </a:r>
            <a:r>
              <a:rPr dirty="0">
                <a:solidFill>
                  <a:srgbClr val="A88766"/>
                </a:solidFill>
              </a:rPr>
              <a:t>		</a:t>
            </a:r>
            <a:r>
              <a:rPr spc="-160" dirty="0"/>
              <a:t>A</a:t>
            </a:r>
            <a:r>
              <a:rPr spc="-290" dirty="0"/>
              <a:t> </a:t>
            </a:r>
            <a:r>
              <a:rPr spc="-25" dirty="0"/>
              <a:t>customer</a:t>
            </a:r>
            <a:r>
              <a:rPr spc="-85" dirty="0"/>
              <a:t> </a:t>
            </a:r>
            <a:r>
              <a:rPr spc="75" dirty="0"/>
              <a:t>in</a:t>
            </a:r>
            <a:r>
              <a:rPr spc="-480" dirty="0"/>
              <a:t> </a:t>
            </a:r>
            <a:r>
              <a:rPr spc="75" dirty="0"/>
              <a:t>the</a:t>
            </a:r>
            <a:r>
              <a:rPr spc="-434" dirty="0"/>
              <a:t> </a:t>
            </a:r>
            <a:r>
              <a:rPr spc="-175" dirty="0"/>
              <a:t>UK</a:t>
            </a:r>
            <a:r>
              <a:rPr spc="-110" dirty="0"/>
              <a:t> </a:t>
            </a:r>
            <a:r>
              <a:rPr spc="-35" dirty="0"/>
              <a:t>orders</a:t>
            </a:r>
            <a:r>
              <a:rPr spc="-265" dirty="0"/>
              <a:t> </a:t>
            </a:r>
            <a:r>
              <a:rPr dirty="0"/>
              <a:t>a</a:t>
            </a:r>
            <a:r>
              <a:rPr spc="-345" dirty="0"/>
              <a:t> </a:t>
            </a:r>
            <a:r>
              <a:rPr spc="-20" dirty="0"/>
              <a:t>wing mirror</a:t>
            </a:r>
            <a:r>
              <a:rPr spc="-130" dirty="0"/>
              <a:t> </a:t>
            </a:r>
            <a:r>
              <a:rPr dirty="0"/>
              <a:t>for</a:t>
            </a:r>
            <a:r>
              <a:rPr spc="-250" dirty="0"/>
              <a:t> </a:t>
            </a:r>
            <a:r>
              <a:rPr spc="75" dirty="0"/>
              <a:t>the</a:t>
            </a:r>
            <a:r>
              <a:rPr spc="-434" dirty="0"/>
              <a:t> </a:t>
            </a:r>
            <a:r>
              <a:rPr spc="-35" dirty="0"/>
              <a:t>'passenger</a:t>
            </a:r>
            <a:r>
              <a:rPr spc="-25" dirty="0"/>
              <a:t> </a:t>
            </a:r>
            <a:r>
              <a:rPr spc="-50" dirty="0">
                <a:solidFill>
                  <a:srgbClr val="1D1D1A"/>
                </a:solidFill>
              </a:rPr>
              <a:t>side'</a:t>
            </a:r>
            <a:r>
              <a:rPr spc="-215" dirty="0">
                <a:solidFill>
                  <a:srgbClr val="1D1D1A"/>
                </a:solidFill>
              </a:rPr>
              <a:t> </a:t>
            </a:r>
            <a:r>
              <a:rPr spc="70" dirty="0"/>
              <a:t>of</a:t>
            </a:r>
            <a:r>
              <a:rPr spc="-229" dirty="0"/>
              <a:t> </a:t>
            </a:r>
            <a:r>
              <a:rPr spc="-10" dirty="0"/>
              <a:t>their </a:t>
            </a:r>
            <a:r>
              <a:rPr spc="-35" dirty="0">
                <a:solidFill>
                  <a:srgbClr val="1D1D1A"/>
                </a:solidFill>
              </a:rPr>
              <a:t>car.</a:t>
            </a:r>
            <a:r>
              <a:rPr spc="-480" dirty="0">
                <a:solidFill>
                  <a:srgbClr val="1D1D1A"/>
                </a:solidFill>
              </a:rPr>
              <a:t> </a:t>
            </a:r>
            <a:r>
              <a:rPr spc="-85" dirty="0"/>
              <a:t>They</a:t>
            </a:r>
            <a:r>
              <a:rPr spc="-195" dirty="0"/>
              <a:t> </a:t>
            </a:r>
            <a:r>
              <a:rPr spc="-40" dirty="0"/>
              <a:t>receive</a:t>
            </a:r>
            <a:r>
              <a:rPr spc="-155" dirty="0"/>
              <a:t> </a:t>
            </a:r>
            <a:r>
              <a:rPr spc="-75" dirty="0"/>
              <a:t>a</a:t>
            </a:r>
            <a:r>
              <a:rPr spc="-325" dirty="0"/>
              <a:t> </a:t>
            </a:r>
            <a:r>
              <a:rPr dirty="0"/>
              <a:t>mirror</a:t>
            </a:r>
            <a:r>
              <a:rPr spc="-40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dirty="0"/>
              <a:t>the</a:t>
            </a:r>
            <a:r>
              <a:rPr spc="-375" dirty="0"/>
              <a:t> </a:t>
            </a:r>
            <a:r>
              <a:rPr spc="-10" dirty="0"/>
              <a:t>right </a:t>
            </a:r>
            <a:r>
              <a:rPr spc="-40" dirty="0"/>
              <a:t>side</a:t>
            </a:r>
            <a:r>
              <a:rPr spc="-155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dirty="0"/>
              <a:t>the</a:t>
            </a:r>
            <a:r>
              <a:rPr spc="-235" dirty="0"/>
              <a:t> </a:t>
            </a:r>
            <a:r>
              <a:rPr spc="-35" dirty="0">
                <a:solidFill>
                  <a:srgbClr val="1D1D1A"/>
                </a:solidFill>
              </a:rPr>
              <a:t>car.</a:t>
            </a:r>
            <a:r>
              <a:rPr spc="-445" dirty="0">
                <a:solidFill>
                  <a:srgbClr val="1D1D1A"/>
                </a:solidFill>
              </a:rPr>
              <a:t> </a:t>
            </a:r>
            <a:r>
              <a:rPr dirty="0"/>
              <a:t>In</a:t>
            </a:r>
            <a:r>
              <a:rPr spc="-295" dirty="0"/>
              <a:t> </a:t>
            </a:r>
            <a:r>
              <a:rPr dirty="0"/>
              <a:t>the</a:t>
            </a:r>
            <a:r>
              <a:rPr spc="-365" dirty="0"/>
              <a:t> </a:t>
            </a:r>
            <a:r>
              <a:rPr spc="-70" dirty="0"/>
              <a:t>UK,</a:t>
            </a:r>
            <a:r>
              <a:rPr spc="-390" dirty="0"/>
              <a:t> </a:t>
            </a:r>
            <a:r>
              <a:rPr dirty="0"/>
              <a:t>the</a:t>
            </a:r>
            <a:r>
              <a:rPr spc="-215" dirty="0"/>
              <a:t> </a:t>
            </a:r>
            <a:r>
              <a:rPr spc="-55" dirty="0"/>
              <a:t>passenger </a:t>
            </a:r>
            <a:r>
              <a:rPr dirty="0">
                <a:solidFill>
                  <a:srgbClr val="1D1D1A"/>
                </a:solidFill>
              </a:rPr>
              <a:t>sits</a:t>
            </a:r>
            <a:r>
              <a:rPr spc="-310" dirty="0">
                <a:solidFill>
                  <a:srgbClr val="1D1D1A"/>
                </a:solidFill>
              </a:rPr>
              <a:t> </a:t>
            </a:r>
            <a:r>
              <a:rPr spc="60" dirty="0"/>
              <a:t>on</a:t>
            </a:r>
            <a:r>
              <a:rPr spc="-400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dirty="0"/>
              <a:t>left.</a:t>
            </a:r>
            <a:r>
              <a:rPr spc="-315" dirty="0"/>
              <a:t> </a:t>
            </a:r>
            <a:r>
              <a:rPr spc="-55" dirty="0"/>
              <a:t>The</a:t>
            </a:r>
            <a:r>
              <a:rPr spc="-185" dirty="0"/>
              <a:t> </a:t>
            </a:r>
            <a:r>
              <a:rPr spc="-40" dirty="0"/>
              <a:t>system</a:t>
            </a:r>
            <a:r>
              <a:rPr spc="-155" dirty="0"/>
              <a:t> </a:t>
            </a:r>
            <a:r>
              <a:rPr spc="-35" dirty="0"/>
              <a:t>lacked</a:t>
            </a:r>
            <a:r>
              <a:rPr spc="-90" dirty="0"/>
              <a:t> </a:t>
            </a:r>
            <a:r>
              <a:rPr spc="-25" dirty="0"/>
              <a:t>the </a:t>
            </a:r>
            <a:r>
              <a:rPr dirty="0"/>
              <a:t>market-specific</a:t>
            </a:r>
            <a:r>
              <a:rPr spc="-275" dirty="0"/>
              <a:t> </a:t>
            </a:r>
            <a:r>
              <a:rPr dirty="0">
                <a:solidFill>
                  <a:srgbClr val="1D1D1A"/>
                </a:solidFill>
              </a:rPr>
              <a:t>context</a:t>
            </a:r>
            <a:r>
              <a:rPr spc="-30" dirty="0">
                <a:solidFill>
                  <a:srgbClr val="1D1D1A"/>
                </a:solidFill>
              </a:rPr>
              <a:t> </a:t>
            </a:r>
            <a:r>
              <a:rPr spc="110" dirty="0"/>
              <a:t>to</a:t>
            </a:r>
            <a:r>
              <a:rPr spc="-250" dirty="0"/>
              <a:t> </a:t>
            </a:r>
            <a:r>
              <a:rPr spc="-40" dirty="0"/>
              <a:t>deliver</a:t>
            </a:r>
            <a:r>
              <a:rPr spc="-75" dirty="0"/>
              <a:t> </a:t>
            </a:r>
            <a:r>
              <a:rPr spc="-25" dirty="0"/>
              <a:t>the </a:t>
            </a:r>
            <a:r>
              <a:rPr dirty="0">
                <a:solidFill>
                  <a:srgbClr val="1D1D1A"/>
                </a:solidFill>
              </a:rPr>
              <a:t>correct</a:t>
            </a:r>
            <a:r>
              <a:rPr spc="-95" dirty="0">
                <a:solidFill>
                  <a:srgbClr val="1D1D1A"/>
                </a:solidFill>
              </a:rPr>
              <a:t> </a:t>
            </a:r>
            <a:r>
              <a:rPr spc="-10" dirty="0"/>
              <a:t>part.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0863" y="5923822"/>
            <a:ext cx="7030084" cy="26555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240" marR="5080" indent="7620">
              <a:lnSpc>
                <a:spcPts val="3420"/>
              </a:lnSpc>
              <a:spcBef>
                <a:spcPts val="380"/>
              </a:spcBef>
            </a:pPr>
            <a:r>
              <a:rPr sz="3000" spc="-20" dirty="0">
                <a:solidFill>
                  <a:srgbClr val="0E0E0C"/>
                </a:solidFill>
                <a:latin typeface="Arial"/>
                <a:cs typeface="Arial"/>
              </a:rPr>
              <a:t>Without</a:t>
            </a:r>
            <a:r>
              <a:rPr sz="3000" spc="-12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robust</a:t>
            </a:r>
            <a:r>
              <a:rPr sz="3000" spc="-11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2750" b="1" spc="85" dirty="0">
                <a:solidFill>
                  <a:srgbClr val="A88766"/>
                </a:solidFill>
                <a:latin typeface="Arial"/>
                <a:cs typeface="Arial"/>
              </a:rPr>
              <a:t>metadata</a:t>
            </a:r>
            <a:r>
              <a:rPr sz="2750" b="1" spc="10" dirty="0">
                <a:solidFill>
                  <a:srgbClr val="A88766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for</a:t>
            </a:r>
            <a:r>
              <a:rPr sz="3000" spc="-18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0E0E0C"/>
                </a:solidFill>
                <a:latin typeface="Arial"/>
                <a:cs typeface="Arial"/>
              </a:rPr>
              <a:t>language, </a:t>
            </a:r>
            <a:r>
              <a:rPr sz="3000" spc="-25" dirty="0">
                <a:solidFill>
                  <a:srgbClr val="0E0E0C"/>
                </a:solidFill>
                <a:latin typeface="Arial"/>
                <a:cs typeface="Arial"/>
              </a:rPr>
              <a:t>market,</a:t>
            </a:r>
            <a:r>
              <a:rPr sz="3000" spc="-15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0E0E0C"/>
                </a:solidFill>
                <a:latin typeface="Arial"/>
                <a:cs typeface="Arial"/>
              </a:rPr>
              <a:t>and</a:t>
            </a:r>
            <a:r>
              <a:rPr sz="3000" spc="-3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D1D1A"/>
                </a:solidFill>
                <a:latin typeface="Arial"/>
                <a:cs typeface="Arial"/>
              </a:rPr>
              <a:t>other</a:t>
            </a:r>
            <a:r>
              <a:rPr sz="3000" spc="-10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2750" b="1" spc="50" dirty="0">
                <a:solidFill>
                  <a:srgbClr val="A88766"/>
                </a:solidFill>
                <a:latin typeface="Arial"/>
                <a:cs typeface="Arial"/>
              </a:rPr>
              <a:t>contextual</a:t>
            </a:r>
            <a:r>
              <a:rPr sz="2750" b="1" spc="55" dirty="0">
                <a:solidFill>
                  <a:srgbClr val="A88766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A88766"/>
                </a:solidFill>
                <a:latin typeface="Arial"/>
                <a:cs typeface="Arial"/>
              </a:rPr>
              <a:t>variables</a:t>
            </a:r>
            <a:r>
              <a:rPr sz="2750" b="1" dirty="0">
                <a:solidFill>
                  <a:srgbClr val="1D1D1A"/>
                </a:solidFill>
                <a:latin typeface="Arial"/>
                <a:cs typeface="Arial"/>
              </a:rPr>
              <a:t>,</a:t>
            </a:r>
            <a:r>
              <a:rPr sz="2750" b="1" spc="-13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0E0E0C"/>
                </a:solidFill>
                <a:latin typeface="Arial"/>
                <a:cs typeface="Arial"/>
              </a:rPr>
              <a:t>Al </a:t>
            </a:r>
            <a:r>
              <a:rPr sz="3000" dirty="0">
                <a:solidFill>
                  <a:srgbClr val="1D1D1A"/>
                </a:solidFill>
                <a:latin typeface="Arial"/>
                <a:cs typeface="Arial"/>
              </a:rPr>
              <a:t>will</a:t>
            </a:r>
            <a:r>
              <a:rPr sz="3000" spc="-26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D1D1A"/>
                </a:solidFill>
                <a:latin typeface="Arial"/>
                <a:cs typeface="Arial"/>
              </a:rPr>
              <a:t>confidently</a:t>
            </a:r>
            <a:r>
              <a:rPr sz="3000" spc="105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3000" spc="-30" dirty="0">
                <a:solidFill>
                  <a:srgbClr val="0E0E0C"/>
                </a:solidFill>
                <a:latin typeface="Arial"/>
                <a:cs typeface="Arial"/>
              </a:rPr>
              <a:t>deliver</a:t>
            </a:r>
            <a:r>
              <a:rPr sz="3000" spc="-15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incorrect</a:t>
            </a:r>
            <a:r>
              <a:rPr sz="3000" spc="-9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0E0E0C"/>
                </a:solidFill>
                <a:latin typeface="Arial"/>
                <a:cs typeface="Arial"/>
              </a:rPr>
              <a:t>answers.</a:t>
            </a:r>
            <a:endParaRPr sz="3000">
              <a:latin typeface="Arial"/>
              <a:cs typeface="Arial"/>
            </a:endParaRPr>
          </a:p>
          <a:p>
            <a:pPr marL="22225">
              <a:lnSpc>
                <a:spcPts val="3290"/>
              </a:lnSpc>
            </a:pPr>
            <a:r>
              <a:rPr sz="3000" spc="-100" dirty="0">
                <a:solidFill>
                  <a:srgbClr val="0E0E0C"/>
                </a:solidFill>
                <a:latin typeface="Arial"/>
                <a:cs typeface="Arial"/>
              </a:rPr>
              <a:t>Our</a:t>
            </a:r>
            <a:r>
              <a:rPr sz="3000" spc="-14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content</a:t>
            </a:r>
            <a:r>
              <a:rPr sz="3000" spc="-6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must</a:t>
            </a:r>
            <a:r>
              <a:rPr sz="3000" spc="-4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A88766"/>
                </a:solidFill>
                <a:latin typeface="Arial"/>
                <a:cs typeface="Arial"/>
              </a:rPr>
              <a:t>explicitly</a:t>
            </a:r>
            <a:r>
              <a:rPr sz="2750" b="1" spc="-20" dirty="0">
                <a:solidFill>
                  <a:srgbClr val="A88766"/>
                </a:solidFill>
                <a:latin typeface="Arial"/>
                <a:cs typeface="Arial"/>
              </a:rPr>
              <a:t> </a:t>
            </a:r>
            <a:r>
              <a:rPr sz="2750" b="1" spc="90" dirty="0">
                <a:solidFill>
                  <a:srgbClr val="A88766"/>
                </a:solidFill>
                <a:latin typeface="Arial"/>
                <a:cs typeface="Arial"/>
              </a:rPr>
              <a:t>define</a:t>
            </a:r>
            <a:r>
              <a:rPr sz="2750" b="1" spc="-155" dirty="0">
                <a:solidFill>
                  <a:srgbClr val="A88766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0E0E0C"/>
                </a:solidFill>
                <a:latin typeface="Arial"/>
                <a:cs typeface="Arial"/>
              </a:rPr>
              <a:t>its</a:t>
            </a:r>
            <a:endParaRPr sz="3000">
              <a:latin typeface="Arial"/>
              <a:cs typeface="Arial"/>
            </a:endParaRPr>
          </a:p>
          <a:p>
            <a:pPr marL="15240" marR="794385" indent="-3175">
              <a:lnSpc>
                <a:spcPts val="3320"/>
              </a:lnSpc>
              <a:spcBef>
                <a:spcPts val="300"/>
              </a:spcBef>
            </a:pP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context,</a:t>
            </a:r>
            <a:r>
              <a:rPr sz="3000" spc="-114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45" dirty="0">
                <a:solidFill>
                  <a:srgbClr val="0E0E0C"/>
                </a:solidFill>
                <a:latin typeface="Arial"/>
                <a:cs typeface="Arial"/>
              </a:rPr>
              <a:t>because</a:t>
            </a:r>
            <a:r>
              <a:rPr sz="3000" spc="-9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0E0E0C"/>
                </a:solidFill>
                <a:latin typeface="Arial"/>
                <a:cs typeface="Arial"/>
              </a:rPr>
              <a:t>the</a:t>
            </a:r>
            <a:r>
              <a:rPr sz="3000" spc="-335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40" dirty="0">
                <a:solidFill>
                  <a:srgbClr val="0E0E0C"/>
                </a:solidFill>
                <a:latin typeface="Arial"/>
                <a:cs typeface="Arial"/>
              </a:rPr>
              <a:t>machine</a:t>
            </a:r>
            <a:r>
              <a:rPr sz="3000" spc="-6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0E0E0C"/>
                </a:solidFill>
                <a:latin typeface="Arial"/>
                <a:cs typeface="Arial"/>
              </a:rPr>
              <a:t>cannot </a:t>
            </a:r>
            <a:r>
              <a:rPr sz="3000" dirty="0">
                <a:solidFill>
                  <a:srgbClr val="0E0E0C"/>
                </a:solidFill>
                <a:latin typeface="Arial"/>
                <a:cs typeface="Arial"/>
              </a:rPr>
              <a:t>infer</a:t>
            </a:r>
            <a:r>
              <a:rPr sz="3000" spc="-17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0E0E0C"/>
                </a:solidFill>
                <a:latin typeface="Arial"/>
                <a:cs typeface="Arial"/>
              </a:rPr>
              <a:t>it.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132" y="4564227"/>
            <a:ext cx="1616710" cy="8578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750"/>
              </a:lnSpc>
              <a:spcBef>
                <a:spcPts val="114"/>
              </a:spcBef>
            </a:pPr>
            <a:r>
              <a:rPr sz="3150" spc="-525" dirty="0">
                <a:solidFill>
                  <a:srgbClr val="1D1D1A"/>
                </a:solidFill>
                <a:latin typeface="Courier New"/>
                <a:cs typeface="Courier New"/>
              </a:rPr>
              <a:t>Passenger</a:t>
            </a:r>
            <a:endParaRPr sz="3150">
              <a:latin typeface="Courier New"/>
              <a:cs typeface="Courier New"/>
            </a:endParaRPr>
          </a:p>
          <a:p>
            <a:pPr marL="946150">
              <a:lnSpc>
                <a:spcPts val="2790"/>
              </a:lnSpc>
            </a:pPr>
            <a:r>
              <a:rPr sz="2350" spc="55" dirty="0">
                <a:solidFill>
                  <a:srgbClr val="1D1D1A"/>
                </a:solidFill>
                <a:latin typeface="Arial"/>
                <a:cs typeface="Arial"/>
              </a:rPr>
              <a:t>(UK)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9330" y="4564227"/>
            <a:ext cx="1607185" cy="8578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750"/>
              </a:lnSpc>
              <a:spcBef>
                <a:spcPts val="114"/>
              </a:spcBef>
            </a:pPr>
            <a:r>
              <a:rPr sz="3150" spc="-525" dirty="0">
                <a:solidFill>
                  <a:srgbClr val="0E0E0C"/>
                </a:solidFill>
                <a:latin typeface="Courier New"/>
                <a:cs typeface="Courier New"/>
              </a:rPr>
              <a:t>Passenger</a:t>
            </a:r>
            <a:endParaRPr sz="3150">
              <a:latin typeface="Courier New"/>
              <a:cs typeface="Courier New"/>
            </a:endParaRPr>
          </a:p>
          <a:p>
            <a:pPr marL="41910">
              <a:lnSpc>
                <a:spcPts val="2790"/>
              </a:lnSpc>
            </a:pPr>
            <a:r>
              <a:rPr sz="2350" spc="30" dirty="0">
                <a:solidFill>
                  <a:srgbClr val="1D1D1A"/>
                </a:solidFill>
                <a:latin typeface="Arial"/>
                <a:cs typeface="Arial"/>
              </a:rPr>
              <a:t>(US)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33363B"/>
                </a:solidFill>
                <a:latin typeface="Arial"/>
                <a:cs typeface="Arial"/>
              </a:rPr>
              <a:t>Isl\</a:t>
            </a:r>
            <a:r>
              <a:rPr sz="1300" spc="-45" dirty="0">
                <a:solidFill>
                  <a:srgbClr val="33363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D1D1A"/>
                </a:solidFill>
                <a:latin typeface="Arial"/>
                <a:cs typeface="Arial"/>
              </a:rPr>
              <a:t>No</a:t>
            </a:r>
            <a:r>
              <a:rPr sz="1350" spc="-10" dirty="0">
                <a:solidFill>
                  <a:srgbClr val="33363B"/>
                </a:solidFill>
                <a:latin typeface="Arial"/>
                <a:cs typeface="Arial"/>
              </a:rPr>
              <a:t>teboo</a:t>
            </a:r>
            <a:r>
              <a:rPr sz="1350" spc="-10" dirty="0">
                <a:solidFill>
                  <a:srgbClr val="1D1D1A"/>
                </a:solidFill>
                <a:latin typeface="Arial"/>
                <a:cs typeface="Arial"/>
              </a:rPr>
              <a:t>k</a:t>
            </a:r>
            <a:r>
              <a:rPr sz="1350" spc="-10" dirty="0">
                <a:solidFill>
                  <a:srgbClr val="33363B"/>
                </a:solidFill>
                <a:latin typeface="Arial"/>
                <a:cs typeface="Arial"/>
              </a:rPr>
              <a:t>L</a:t>
            </a:r>
            <a:r>
              <a:rPr sz="1350" spc="-10" dirty="0">
                <a:solidFill>
                  <a:srgbClr val="1D1D1A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18799" y="2017315"/>
            <a:ext cx="5375275" cy="1940560"/>
            <a:chOff x="10418799" y="2017315"/>
            <a:chExt cx="5375275" cy="1940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18799" y="2017315"/>
              <a:ext cx="5374979" cy="19404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43672" y="2859881"/>
              <a:ext cx="738741" cy="459581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267" y="4596076"/>
            <a:ext cx="2012433" cy="104682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725700" y="4110963"/>
            <a:ext cx="13450569" cy="4008754"/>
            <a:chOff x="2725700" y="4110963"/>
            <a:chExt cx="13450569" cy="4008754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3311" y="4110963"/>
              <a:ext cx="7820468" cy="400856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60726" y="4213093"/>
              <a:ext cx="713267" cy="4085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62618" y="4902464"/>
              <a:ext cx="713267" cy="4340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60726" y="5591836"/>
              <a:ext cx="713267" cy="4340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25700" y="5106721"/>
              <a:ext cx="5247640" cy="0"/>
            </a:xfrm>
            <a:custGeom>
              <a:avLst/>
              <a:gdLst/>
              <a:ahLst/>
              <a:cxnLst/>
              <a:rect l="l" t="t" r="r" b="b"/>
              <a:pathLst>
                <a:path w="5247640">
                  <a:moveTo>
                    <a:pt x="0" y="0"/>
                  </a:moveTo>
                  <a:lnTo>
                    <a:pt x="524761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95918" y="479061"/>
            <a:ext cx="15381605" cy="722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b="0" spc="160" dirty="0">
                <a:solidFill>
                  <a:srgbClr val="313134"/>
                </a:solidFill>
                <a:latin typeface="Times New Roman"/>
                <a:cs typeface="Times New Roman"/>
              </a:rPr>
              <a:t>The</a:t>
            </a:r>
            <a:r>
              <a:rPr sz="4550" b="0" spc="2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dirty="0">
                <a:solidFill>
                  <a:srgbClr val="313134"/>
                </a:solidFill>
                <a:latin typeface="Times New Roman"/>
                <a:cs typeface="Times New Roman"/>
              </a:rPr>
              <a:t>Dirty</a:t>
            </a:r>
            <a:r>
              <a:rPr sz="4550" b="0" spc="2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dirty="0">
                <a:solidFill>
                  <a:srgbClr val="313134"/>
                </a:solidFill>
                <a:latin typeface="Times New Roman"/>
                <a:cs typeface="Times New Roman"/>
              </a:rPr>
              <a:t>Little</a:t>
            </a:r>
            <a:r>
              <a:rPr sz="4550" b="0" spc="-11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45" dirty="0">
                <a:solidFill>
                  <a:srgbClr val="313134"/>
                </a:solidFill>
                <a:latin typeface="Times New Roman"/>
                <a:cs typeface="Times New Roman"/>
              </a:rPr>
              <a:t>Secret:</a:t>
            </a:r>
            <a:r>
              <a:rPr sz="4550" b="0" spc="-229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160" dirty="0">
                <a:solidFill>
                  <a:srgbClr val="313134"/>
                </a:solidFill>
                <a:latin typeface="Times New Roman"/>
                <a:cs typeface="Times New Roman"/>
              </a:rPr>
              <a:t>The</a:t>
            </a:r>
            <a:r>
              <a:rPr sz="4550" b="0" spc="-75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90" dirty="0">
                <a:solidFill>
                  <a:srgbClr val="313134"/>
                </a:solidFill>
                <a:latin typeface="Times New Roman"/>
                <a:cs typeface="Times New Roman"/>
              </a:rPr>
              <a:t>Compounding</a:t>
            </a:r>
            <a:r>
              <a:rPr sz="4550" b="0" spc="37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75" dirty="0">
                <a:solidFill>
                  <a:srgbClr val="313134"/>
                </a:solidFill>
                <a:latin typeface="Times New Roman"/>
                <a:cs typeface="Times New Roman"/>
              </a:rPr>
              <a:t>Cost</a:t>
            </a:r>
            <a:r>
              <a:rPr sz="4550" b="0" spc="-4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55" dirty="0">
                <a:solidFill>
                  <a:srgbClr val="313134"/>
                </a:solidFill>
                <a:latin typeface="Times New Roman"/>
                <a:cs typeface="Times New Roman"/>
              </a:rPr>
              <a:t>of</a:t>
            </a:r>
            <a:r>
              <a:rPr sz="4550" b="0" spc="10" dirty="0">
                <a:solidFill>
                  <a:srgbClr val="313134"/>
                </a:solidFill>
                <a:latin typeface="Times New Roman"/>
                <a:cs typeface="Times New Roman"/>
              </a:rPr>
              <a:t> </a:t>
            </a:r>
            <a:r>
              <a:rPr sz="4550" b="0" spc="70" dirty="0">
                <a:solidFill>
                  <a:srgbClr val="313134"/>
                </a:solidFill>
                <a:latin typeface="Times New Roman"/>
                <a:cs typeface="Times New Roman"/>
              </a:rPr>
              <a:t>Maintenance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13134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teboo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k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L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136" y="1302476"/>
            <a:ext cx="14817090" cy="932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55" dirty="0">
                <a:solidFill>
                  <a:srgbClr val="505252"/>
                </a:solidFill>
                <a:latin typeface="Arial"/>
                <a:cs typeface="Arial"/>
              </a:rPr>
              <a:t>Content</a:t>
            </a:r>
            <a:r>
              <a:rPr sz="3200" spc="14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505252"/>
                </a:solidFill>
                <a:latin typeface="Arial"/>
                <a:cs typeface="Arial"/>
              </a:rPr>
              <a:t>creation</a:t>
            </a:r>
            <a:r>
              <a:rPr sz="3200" spc="1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505252"/>
                </a:solidFill>
                <a:latin typeface="Arial"/>
                <a:cs typeface="Arial"/>
              </a:rPr>
              <a:t>is</a:t>
            </a:r>
            <a:r>
              <a:rPr sz="3200" spc="-7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505252"/>
                </a:solidFill>
                <a:latin typeface="Arial"/>
                <a:cs typeface="Arial"/>
              </a:rPr>
              <a:t>only</a:t>
            </a:r>
            <a:r>
              <a:rPr sz="3200" spc="100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505252"/>
                </a:solidFill>
                <a:latin typeface="Arial"/>
                <a:cs typeface="Arial"/>
              </a:rPr>
              <a:t>the</a:t>
            </a:r>
            <a:r>
              <a:rPr sz="3200" spc="-1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505252"/>
                </a:solidFill>
                <a:latin typeface="Arial"/>
                <a:cs typeface="Arial"/>
              </a:rPr>
              <a:t>beginning.</a:t>
            </a:r>
            <a:r>
              <a:rPr sz="3200" spc="4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05252"/>
                </a:solidFill>
                <a:latin typeface="Arial"/>
                <a:cs typeface="Arial"/>
              </a:rPr>
              <a:t>The</a:t>
            </a:r>
            <a:r>
              <a:rPr sz="3200" spc="-10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505252"/>
                </a:solidFill>
                <a:latin typeface="Arial"/>
                <a:cs typeface="Arial"/>
              </a:rPr>
              <a:t>real,</a:t>
            </a:r>
            <a:r>
              <a:rPr sz="3200" spc="-16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505252"/>
                </a:solidFill>
                <a:latin typeface="Arial"/>
                <a:cs typeface="Arial"/>
              </a:rPr>
              <a:t>hidden</a:t>
            </a:r>
            <a:r>
              <a:rPr sz="3200" spc="-55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505252"/>
                </a:solidFill>
                <a:latin typeface="Arial"/>
                <a:cs typeface="Arial"/>
              </a:rPr>
              <a:t>cost</a:t>
            </a:r>
            <a:r>
              <a:rPr sz="3200" spc="-70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505252"/>
                </a:solidFill>
                <a:latin typeface="Arial"/>
                <a:cs typeface="Arial"/>
              </a:rPr>
              <a:t>is</a:t>
            </a:r>
            <a:r>
              <a:rPr sz="3200" spc="-50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505252"/>
                </a:solidFill>
                <a:latin typeface="Arial"/>
                <a:cs typeface="Arial"/>
              </a:rPr>
              <a:t>in</a:t>
            </a:r>
            <a:r>
              <a:rPr sz="3200" spc="-100" dirty="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505252"/>
                </a:solidFill>
                <a:latin typeface="Arial"/>
                <a:cs typeface="Arial"/>
              </a:rPr>
              <a:t>maintenance</a:t>
            </a:r>
            <a:r>
              <a:rPr sz="3200" spc="50" dirty="0">
                <a:solidFill>
                  <a:srgbClr val="6E6E6B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R="1882775" algn="r">
              <a:lnSpc>
                <a:spcPct val="100000"/>
              </a:lnSpc>
              <a:spcBef>
                <a:spcPts val="1480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62520" y="2202490"/>
            <a:ext cx="36576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06956" y="2298237"/>
            <a:ext cx="40767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177" y="5739392"/>
            <a:ext cx="3521075" cy="160782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650" b="1" spc="-80" dirty="0">
                <a:solidFill>
                  <a:srgbClr val="030301"/>
                </a:solidFill>
                <a:latin typeface="Arial"/>
                <a:cs typeface="Arial"/>
              </a:rPr>
              <a:t>Creation</a:t>
            </a:r>
            <a:r>
              <a:rPr sz="2650" b="1" spc="-17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b="1" spc="-20" dirty="0">
                <a:solidFill>
                  <a:srgbClr val="030301"/>
                </a:solidFill>
                <a:latin typeface="Arial"/>
                <a:cs typeface="Arial"/>
              </a:rPr>
              <a:t>Cost</a:t>
            </a:r>
            <a:endParaRPr sz="2650">
              <a:latin typeface="Arial"/>
              <a:cs typeface="Arial"/>
            </a:endParaRPr>
          </a:p>
          <a:p>
            <a:pPr marL="22225" marR="5080" indent="1905">
              <a:lnSpc>
                <a:spcPct val="104200"/>
              </a:lnSpc>
              <a:spcBef>
                <a:spcPts val="325"/>
              </a:spcBef>
            </a:pPr>
            <a:r>
              <a:rPr sz="2250" spc="80" dirty="0">
                <a:solidFill>
                  <a:srgbClr val="1C1A18"/>
                </a:solidFill>
                <a:latin typeface="Arial"/>
                <a:cs typeface="Arial"/>
              </a:rPr>
              <a:t>£100</a:t>
            </a:r>
            <a:r>
              <a:rPr sz="2250" spc="-8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to</a:t>
            </a:r>
            <a:r>
              <a:rPr sz="2250" spc="1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create</a:t>
            </a:r>
            <a:r>
              <a:rPr sz="2250" spc="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120" dirty="0">
                <a:solidFill>
                  <a:srgbClr val="1C1A18"/>
                </a:solidFill>
                <a:latin typeface="Arial"/>
                <a:cs typeface="Arial"/>
              </a:rPr>
              <a:t>one</a:t>
            </a:r>
            <a:r>
              <a:rPr sz="2250" spc="-1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85" dirty="0">
                <a:solidFill>
                  <a:srgbClr val="1C1A18"/>
                </a:solidFill>
                <a:latin typeface="Arial"/>
                <a:cs typeface="Arial"/>
              </a:rPr>
              <a:t>art</a:t>
            </a:r>
            <a:r>
              <a:rPr sz="2250" spc="85" dirty="0">
                <a:solidFill>
                  <a:srgbClr val="313134"/>
                </a:solidFill>
                <a:latin typeface="Arial"/>
                <a:cs typeface="Arial"/>
              </a:rPr>
              <a:t>i</a:t>
            </a:r>
            <a:r>
              <a:rPr sz="2250" spc="85" dirty="0">
                <a:solidFill>
                  <a:srgbClr val="1C1A18"/>
                </a:solidFill>
                <a:latin typeface="Arial"/>
                <a:cs typeface="Arial"/>
              </a:rPr>
              <a:t>cle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(research,</a:t>
            </a:r>
            <a:r>
              <a:rPr sz="2250" spc="10" dirty="0">
                <a:solidFill>
                  <a:srgbClr val="1C1A18"/>
                </a:solidFill>
                <a:latin typeface="Arial"/>
                <a:cs typeface="Arial"/>
              </a:rPr>
              <a:t>  </a:t>
            </a:r>
            <a:r>
              <a:rPr sz="2250" spc="80" dirty="0">
                <a:solidFill>
                  <a:srgbClr val="1C1A18"/>
                </a:solidFill>
                <a:latin typeface="Arial"/>
                <a:cs typeface="Arial"/>
              </a:rPr>
              <a:t>writing, </a:t>
            </a:r>
            <a:r>
              <a:rPr sz="2250" spc="65" dirty="0">
                <a:solidFill>
                  <a:srgbClr val="1C1A18"/>
                </a:solidFill>
                <a:latin typeface="Arial"/>
                <a:cs typeface="Arial"/>
              </a:rPr>
              <a:t>reviews, </a:t>
            </a:r>
            <a:r>
              <a:rPr sz="2250" spc="110" dirty="0">
                <a:solidFill>
                  <a:srgbClr val="1C1A18"/>
                </a:solidFill>
                <a:latin typeface="Arial"/>
                <a:cs typeface="Arial"/>
              </a:rPr>
              <a:t>sign-</a:t>
            </a:r>
            <a:r>
              <a:rPr sz="2250" spc="70" dirty="0">
                <a:solidFill>
                  <a:srgbClr val="1C1A18"/>
                </a:solidFill>
                <a:latin typeface="Arial"/>
                <a:cs typeface="Arial"/>
              </a:rPr>
              <a:t>off).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10709" y="5381260"/>
            <a:ext cx="3693795" cy="177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45515">
              <a:lnSpc>
                <a:spcPct val="100000"/>
              </a:lnSpc>
              <a:spcBef>
                <a:spcPts val="110"/>
              </a:spcBef>
            </a:pPr>
            <a:r>
              <a:rPr sz="2250" b="1" spc="-10" dirty="0">
                <a:solidFill>
                  <a:srgbClr val="030301"/>
                </a:solidFill>
                <a:latin typeface="Arial"/>
                <a:cs typeface="Arial"/>
              </a:rPr>
              <a:t>P</a:t>
            </a:r>
            <a:r>
              <a:rPr sz="2250" b="1" spc="-10" dirty="0">
                <a:solidFill>
                  <a:srgbClr val="1C1A18"/>
                </a:solidFill>
                <a:latin typeface="Arial"/>
                <a:cs typeface="Arial"/>
              </a:rPr>
              <a:t>r</a:t>
            </a:r>
            <a:r>
              <a:rPr sz="2250" b="1" spc="-10" dirty="0">
                <a:solidFill>
                  <a:srgbClr val="030301"/>
                </a:solidFill>
                <a:latin typeface="Arial"/>
                <a:cs typeface="Arial"/>
              </a:rPr>
              <a:t>opagation</a:t>
            </a:r>
            <a:r>
              <a:rPr sz="2250" b="1" spc="-10" dirty="0">
                <a:solidFill>
                  <a:srgbClr val="1C1A18"/>
                </a:solidFill>
                <a:latin typeface="Arial"/>
                <a:cs typeface="Arial"/>
              </a:rPr>
              <a:t>:</a:t>
            </a:r>
            <a:endParaRPr sz="2250">
              <a:latin typeface="Arial"/>
              <a:cs typeface="Arial"/>
            </a:endParaRPr>
          </a:p>
          <a:p>
            <a:pPr marL="12700" marR="5080" indent="-20955" algn="ctr">
              <a:lnSpc>
                <a:spcPts val="2810"/>
              </a:lnSpc>
              <a:spcBef>
                <a:spcPts val="15"/>
              </a:spcBef>
            </a:pP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That</a:t>
            </a:r>
            <a:r>
              <a:rPr sz="2250" spc="1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1C1A18"/>
                </a:solidFill>
                <a:latin typeface="Arial"/>
                <a:cs typeface="Arial"/>
              </a:rPr>
              <a:t>article</a:t>
            </a:r>
            <a:r>
              <a:rPr sz="2250" spc="-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1C1A18"/>
                </a:solidFill>
                <a:latin typeface="Arial"/>
                <a:cs typeface="Arial"/>
              </a:rPr>
              <a:t>is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30301"/>
                </a:solidFill>
                <a:latin typeface="Arial"/>
                <a:cs typeface="Arial"/>
              </a:rPr>
              <a:t>r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eused</a:t>
            </a:r>
            <a:r>
              <a:rPr sz="2250" spc="16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1C1A18"/>
                </a:solidFill>
                <a:latin typeface="Arial"/>
                <a:cs typeface="Arial"/>
              </a:rPr>
              <a:t>or </a:t>
            </a:r>
            <a:r>
              <a:rPr sz="2250" spc="95" dirty="0">
                <a:solidFill>
                  <a:srgbClr val="1C1A18"/>
                </a:solidFill>
                <a:latin typeface="Arial"/>
                <a:cs typeface="Arial"/>
              </a:rPr>
              <a:t>copied</a:t>
            </a:r>
            <a:r>
              <a:rPr sz="2250" spc="-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110" dirty="0">
                <a:solidFill>
                  <a:srgbClr val="1C1A18"/>
                </a:solidFill>
                <a:latin typeface="Arial"/>
                <a:cs typeface="Arial"/>
              </a:rPr>
              <a:t>into</a:t>
            </a:r>
            <a:r>
              <a:rPr sz="2250" spc="-21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12</a:t>
            </a:r>
            <a:r>
              <a:rPr sz="2250" spc="-7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1C1A18"/>
                </a:solidFill>
                <a:latin typeface="Arial"/>
                <a:cs typeface="Arial"/>
              </a:rPr>
              <a:t>other</a:t>
            </a:r>
            <a:r>
              <a:rPr sz="2250" spc="-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p</a:t>
            </a:r>
            <a:r>
              <a:rPr sz="2250" spc="60" dirty="0">
                <a:solidFill>
                  <a:srgbClr val="313134"/>
                </a:solidFill>
                <a:latin typeface="Arial"/>
                <a:cs typeface="Arial"/>
              </a:rPr>
              <a:t>l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aces</a:t>
            </a:r>
            <a:endParaRPr sz="2250">
              <a:latin typeface="Arial"/>
              <a:cs typeface="Arial"/>
            </a:endParaRPr>
          </a:p>
          <a:p>
            <a:pPr marL="19050" marR="5080" algn="ctr">
              <a:lnSpc>
                <a:spcPts val="2710"/>
              </a:lnSpc>
              <a:spcBef>
                <a:spcPts val="90"/>
              </a:spcBef>
            </a:pPr>
            <a:r>
              <a:rPr sz="2250" spc="80" dirty="0">
                <a:solidFill>
                  <a:srgbClr val="1C1A18"/>
                </a:solidFill>
                <a:latin typeface="Arial"/>
                <a:cs typeface="Arial"/>
              </a:rPr>
              <a:t>(different</a:t>
            </a:r>
            <a:r>
              <a:rPr sz="2250" spc="1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porta</a:t>
            </a:r>
            <a:r>
              <a:rPr sz="2250" spc="90" dirty="0">
                <a:solidFill>
                  <a:srgbClr val="313134"/>
                </a:solidFill>
                <a:latin typeface="Arial"/>
                <a:cs typeface="Arial"/>
              </a:rPr>
              <a:t>l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s,</a:t>
            </a:r>
            <a:r>
              <a:rPr sz="2250" spc="-1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ma</a:t>
            </a:r>
            <a:r>
              <a:rPr sz="2250" spc="50" dirty="0">
                <a:solidFill>
                  <a:srgbClr val="313134"/>
                </a:solidFill>
                <a:latin typeface="Arial"/>
                <a:cs typeface="Arial"/>
              </a:rPr>
              <a:t>n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ua</a:t>
            </a:r>
            <a:r>
              <a:rPr sz="2250" spc="50" dirty="0">
                <a:solidFill>
                  <a:srgbClr val="030301"/>
                </a:solidFill>
                <a:latin typeface="Arial"/>
                <a:cs typeface="Arial"/>
              </a:rPr>
              <a:t>l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s, 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knowledge</a:t>
            </a:r>
            <a:r>
              <a:rPr sz="2250" spc="20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1C1A18"/>
                </a:solidFill>
                <a:latin typeface="Arial"/>
                <a:cs typeface="Arial"/>
              </a:rPr>
              <a:t>bases)</a:t>
            </a:r>
            <a:endParaRPr sz="2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92568" y="4002516"/>
            <a:ext cx="4459605" cy="2106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27305" algn="ctr">
              <a:lnSpc>
                <a:spcPct val="101299"/>
              </a:lnSpc>
              <a:spcBef>
                <a:spcPts val="75"/>
              </a:spcBef>
            </a:pPr>
            <a:r>
              <a:rPr sz="2250" b="1" dirty="0">
                <a:solidFill>
                  <a:srgbClr val="030301"/>
                </a:solidFill>
                <a:latin typeface="Arial"/>
                <a:cs typeface="Arial"/>
              </a:rPr>
              <a:t>Maintenance</a:t>
            </a:r>
            <a:r>
              <a:rPr sz="2250" b="1" spc="114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030301"/>
                </a:solidFill>
                <a:latin typeface="Arial"/>
                <a:cs typeface="Arial"/>
              </a:rPr>
              <a:t>Cost</a:t>
            </a:r>
            <a:r>
              <a:rPr sz="2250" b="1" dirty="0">
                <a:solidFill>
                  <a:srgbClr val="1C1A18"/>
                </a:solidFill>
                <a:latin typeface="Arial"/>
                <a:cs typeface="Arial"/>
              </a:rPr>
              <a:t>:</a:t>
            </a:r>
            <a:r>
              <a:rPr sz="2250" b="1" spc="-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To</a:t>
            </a:r>
            <a:r>
              <a:rPr sz="2250" spc="-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update </a:t>
            </a:r>
            <a:r>
              <a:rPr sz="2250" spc="105" dirty="0">
                <a:solidFill>
                  <a:srgbClr val="1C1A18"/>
                </a:solidFill>
                <a:latin typeface="Arial"/>
                <a:cs typeface="Arial"/>
              </a:rPr>
              <a:t>that</a:t>
            </a:r>
            <a:r>
              <a:rPr sz="2250" spc="-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s</a:t>
            </a:r>
            <a:r>
              <a:rPr sz="2250" spc="50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ngle</a:t>
            </a:r>
            <a:r>
              <a:rPr sz="2250" spc="-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p</a:t>
            </a:r>
            <a:r>
              <a:rPr sz="2250" spc="75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ece</a:t>
            </a:r>
            <a:r>
              <a:rPr sz="2250" spc="-1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of</a:t>
            </a:r>
            <a:r>
              <a:rPr sz="2250" spc="-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information</a:t>
            </a:r>
            <a:r>
              <a:rPr sz="2250" spc="60" dirty="0">
                <a:solidFill>
                  <a:srgbClr val="313134"/>
                </a:solidFill>
                <a:latin typeface="Arial"/>
                <a:cs typeface="Arial"/>
              </a:rPr>
              <a:t>, </a:t>
            </a:r>
            <a:r>
              <a:rPr sz="2250" spc="65" dirty="0">
                <a:solidFill>
                  <a:srgbClr val="1C1A18"/>
                </a:solidFill>
                <a:latin typeface="Arial"/>
                <a:cs typeface="Arial"/>
              </a:rPr>
              <a:t>you</a:t>
            </a:r>
            <a:r>
              <a:rPr sz="2250" spc="-17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5" dirty="0">
                <a:solidFill>
                  <a:srgbClr val="1C1A18"/>
                </a:solidFill>
                <a:latin typeface="Arial"/>
                <a:cs typeface="Arial"/>
              </a:rPr>
              <a:t>must</a:t>
            </a:r>
            <a:r>
              <a:rPr sz="2250" spc="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now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95" dirty="0">
                <a:solidFill>
                  <a:srgbClr val="1C1A18"/>
                </a:solidFill>
                <a:latin typeface="Arial"/>
                <a:cs typeface="Arial"/>
              </a:rPr>
              <a:t>find</a:t>
            </a:r>
            <a:r>
              <a:rPr sz="2250" spc="-10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250" spc="-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030301"/>
                </a:solidFill>
                <a:latin typeface="Arial"/>
                <a:cs typeface="Arial"/>
              </a:rPr>
              <a:t>u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pdate</a:t>
            </a:r>
            <a:r>
              <a:rPr sz="2250" spc="-1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b="1" spc="95" dirty="0">
                <a:solidFill>
                  <a:srgbClr val="030301"/>
                </a:solidFill>
                <a:latin typeface="Arial"/>
                <a:cs typeface="Arial"/>
              </a:rPr>
              <a:t>13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separate</a:t>
            </a:r>
            <a:r>
              <a:rPr sz="2250" spc="21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instances.</a:t>
            </a:r>
            <a:r>
              <a:rPr sz="2250" spc="2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The</a:t>
            </a:r>
            <a:r>
              <a:rPr sz="2250" spc="1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ef</a:t>
            </a:r>
            <a:r>
              <a:rPr sz="2250" spc="90" dirty="0">
                <a:solidFill>
                  <a:srgbClr val="030301"/>
                </a:solidFill>
                <a:latin typeface="Arial"/>
                <a:cs typeface="Arial"/>
              </a:rPr>
              <a:t>f</a:t>
            </a:r>
            <a:r>
              <a:rPr sz="2250" spc="90" dirty="0">
                <a:solidFill>
                  <a:srgbClr val="1C1A18"/>
                </a:solidFill>
                <a:latin typeface="Arial"/>
                <a:cs typeface="Arial"/>
              </a:rPr>
              <a:t>ort</a:t>
            </a:r>
            <a:r>
              <a:rPr sz="2250" spc="2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is </a:t>
            </a:r>
            <a:r>
              <a:rPr sz="2250" spc="70" dirty="0">
                <a:solidFill>
                  <a:srgbClr val="1C1A18"/>
                </a:solidFill>
                <a:latin typeface="Arial"/>
                <a:cs typeface="Arial"/>
              </a:rPr>
              <a:t>mult</a:t>
            </a:r>
            <a:r>
              <a:rPr sz="2250" spc="70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250" spc="70" dirty="0">
                <a:solidFill>
                  <a:srgbClr val="1C1A18"/>
                </a:solidFill>
                <a:latin typeface="Arial"/>
                <a:cs typeface="Arial"/>
              </a:rPr>
              <a:t>plied</a:t>
            </a:r>
            <a:r>
              <a:rPr sz="2250" spc="70" dirty="0">
                <a:solidFill>
                  <a:srgbClr val="313134"/>
                </a:solidFill>
                <a:latin typeface="Arial"/>
                <a:cs typeface="Arial"/>
              </a:rPr>
              <a:t>,</a:t>
            </a:r>
            <a:r>
              <a:rPr sz="2250" spc="-75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and</a:t>
            </a:r>
            <a:r>
              <a:rPr sz="2250" spc="1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the</a:t>
            </a:r>
            <a:r>
              <a:rPr sz="2250" spc="2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1C1A18"/>
                </a:solidFill>
                <a:latin typeface="Arial"/>
                <a:cs typeface="Arial"/>
              </a:rPr>
              <a:t>risk</a:t>
            </a:r>
            <a:r>
              <a:rPr sz="2250" spc="-1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1C1A18"/>
                </a:solidFill>
                <a:latin typeface="Arial"/>
                <a:cs typeface="Arial"/>
              </a:rPr>
              <a:t>of </a:t>
            </a:r>
            <a:r>
              <a:rPr sz="2250" spc="50" dirty="0">
                <a:solidFill>
                  <a:srgbClr val="1C1A18"/>
                </a:solidFill>
                <a:latin typeface="Arial"/>
                <a:cs typeface="Arial"/>
              </a:rPr>
              <a:t>inconsistency</a:t>
            </a:r>
            <a:r>
              <a:rPr sz="2250" spc="2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C1A18"/>
                </a:solidFill>
                <a:latin typeface="Arial"/>
                <a:cs typeface="Arial"/>
              </a:rPr>
              <a:t>is</a:t>
            </a:r>
            <a:r>
              <a:rPr sz="2250" spc="-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250" spc="45" dirty="0">
                <a:solidFill>
                  <a:srgbClr val="1C1A18"/>
                </a:solidFill>
                <a:latin typeface="Arial"/>
                <a:cs typeface="Arial"/>
              </a:rPr>
              <a:t>e</a:t>
            </a:r>
            <a:r>
              <a:rPr sz="2250" spc="45" dirty="0">
                <a:solidFill>
                  <a:srgbClr val="313134"/>
                </a:solidFill>
                <a:latin typeface="Arial"/>
                <a:cs typeface="Arial"/>
              </a:rPr>
              <a:t>n</a:t>
            </a:r>
            <a:r>
              <a:rPr sz="2250" spc="45" dirty="0">
                <a:solidFill>
                  <a:srgbClr val="1C1A18"/>
                </a:solidFill>
                <a:latin typeface="Arial"/>
                <a:cs typeface="Arial"/>
              </a:rPr>
              <a:t>ormous</a:t>
            </a:r>
            <a:endParaRPr sz="2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36749" y="2808882"/>
            <a:ext cx="1019175" cy="1089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50">
              <a:latin typeface="Arial"/>
              <a:cs typeface="Arial"/>
            </a:endParaRPr>
          </a:p>
          <a:p>
            <a:pPr marL="652780">
              <a:lnSpc>
                <a:spcPts val="1780"/>
              </a:lnSpc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623570">
              <a:lnSpc>
                <a:spcPts val="1360"/>
              </a:lnSpc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41064" y="4162094"/>
            <a:ext cx="407670" cy="42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ts val="1780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360"/>
              </a:lnSpc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37928" y="4864231"/>
            <a:ext cx="412750" cy="4292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ts val="1705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465"/>
              </a:lnSpc>
            </a:pPr>
            <a:r>
              <a:rPr sz="1300" b="1" i="1" spc="-55" dirty="0">
                <a:solidFill>
                  <a:srgbClr val="AA9780"/>
                </a:solidFill>
                <a:latin typeface="Times New Roman"/>
                <a:cs typeface="Times New Roman"/>
              </a:rPr>
              <a:t>"'-</a:t>
            </a:r>
            <a:r>
              <a:rPr sz="1300" b="1" i="1" spc="-20" dirty="0">
                <a:solidFill>
                  <a:srgbClr val="AA9780"/>
                </a:solidFill>
                <a:latin typeface="Times New Roman"/>
                <a:cs typeface="Times New Roman"/>
              </a:rPr>
              <a:t>..,I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41064" y="5528628"/>
            <a:ext cx="405765" cy="4756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305"/>
              </a:spcBef>
            </a:pPr>
            <a:r>
              <a:rPr sz="1500" b="1" i="1" spc="200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3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b="1" i="1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15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45231" y="6242975"/>
            <a:ext cx="410209" cy="4419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815">
              <a:lnSpc>
                <a:spcPts val="1755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515"/>
              </a:lnSpc>
            </a:pPr>
            <a:r>
              <a:rPr sz="1300" b="1" i="1" spc="-40" dirty="0">
                <a:solidFill>
                  <a:srgbClr val="AA9780"/>
                </a:solidFill>
                <a:latin typeface="Arial"/>
                <a:cs typeface="Arial"/>
              </a:rPr>
              <a:t>"'-</a:t>
            </a:r>
            <a:r>
              <a:rPr sz="1300" b="1" i="1" spc="-20" dirty="0">
                <a:solidFill>
                  <a:srgbClr val="AA9780"/>
                </a:solidFill>
                <a:latin typeface="Arial"/>
                <a:cs typeface="Arial"/>
              </a:rPr>
              <a:t>..,I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231707" y="6932348"/>
            <a:ext cx="412750" cy="4419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ts val="1755"/>
              </a:lnSpc>
              <a:spcBef>
                <a:spcPts val="105"/>
              </a:spcBef>
            </a:pPr>
            <a:r>
              <a:rPr sz="1500" b="1" i="1" spc="229" dirty="0">
                <a:solidFill>
                  <a:srgbClr val="AA9780"/>
                </a:solidFill>
                <a:latin typeface="Arial"/>
                <a:cs typeface="Arial"/>
              </a:rPr>
              <a:t>r-</a:t>
            </a:r>
            <a:r>
              <a:rPr sz="1500" b="1" i="1" spc="155" dirty="0">
                <a:solidFill>
                  <a:srgbClr val="AA9780"/>
                </a:solidFill>
                <a:latin typeface="Arial"/>
                <a:cs typeface="Arial"/>
              </a:rPr>
              <a:t>,,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515"/>
              </a:lnSpc>
            </a:pPr>
            <a:r>
              <a:rPr sz="1300" b="1" i="1" spc="-75" dirty="0">
                <a:solidFill>
                  <a:srgbClr val="AA9780"/>
                </a:solidFill>
                <a:latin typeface="Times New Roman"/>
                <a:cs typeface="Times New Roman"/>
              </a:rPr>
              <a:t>"'-</a:t>
            </a:r>
            <a:r>
              <a:rPr sz="1300" b="1" i="1" spc="-20" dirty="0">
                <a:solidFill>
                  <a:srgbClr val="AA9780"/>
                </a:solidFill>
                <a:latin typeface="Times New Roman"/>
                <a:cs typeface="Times New Roman"/>
              </a:rPr>
              <a:t>..,I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314651" y="7449376"/>
            <a:ext cx="376555" cy="4356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055">
              <a:lnSpc>
                <a:spcPts val="1700"/>
              </a:lnSpc>
              <a:spcBef>
                <a:spcPts val="105"/>
              </a:spcBef>
            </a:pPr>
            <a:r>
              <a:rPr sz="1450" b="1" i="1" spc="-25" dirty="0">
                <a:solidFill>
                  <a:srgbClr val="AA9780"/>
                </a:solidFill>
                <a:latin typeface="Arial"/>
                <a:cs typeface="Arial"/>
              </a:rPr>
              <a:t>r,,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520"/>
              </a:lnSpc>
            </a:pPr>
            <a:r>
              <a:rPr sz="1300" b="1" i="1" spc="-55" dirty="0">
                <a:solidFill>
                  <a:srgbClr val="AA9780"/>
                </a:solidFill>
                <a:latin typeface="Times New Roman"/>
                <a:cs typeface="Times New Roman"/>
              </a:rPr>
              <a:t>"'-</a:t>
            </a:r>
            <a:r>
              <a:rPr sz="1300" b="1" i="1" spc="-20" dirty="0">
                <a:solidFill>
                  <a:srgbClr val="AA9780"/>
                </a:solidFill>
                <a:latin typeface="Times New Roman"/>
                <a:cs typeface="Times New Roman"/>
              </a:rPr>
              <a:t>..,I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3764" y="8317474"/>
            <a:ext cx="14862810" cy="8274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4604">
              <a:lnSpc>
                <a:spcPts val="3120"/>
              </a:lnSpc>
              <a:spcBef>
                <a:spcPts val="265"/>
              </a:spcBef>
            </a:pPr>
            <a:r>
              <a:rPr sz="2650" b="1" spc="55" dirty="0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sz="2650" b="1" spc="-25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30301"/>
                </a:solidFill>
                <a:latin typeface="Arial"/>
                <a:cs typeface="Arial"/>
              </a:rPr>
              <a:t>Al</a:t>
            </a:r>
            <a:r>
              <a:rPr sz="2650" b="1" spc="-32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30301"/>
                </a:solidFill>
                <a:latin typeface="Arial"/>
                <a:cs typeface="Arial"/>
              </a:rPr>
              <a:t>Impact</a:t>
            </a:r>
            <a:r>
              <a:rPr sz="2650" b="1" dirty="0">
                <a:solidFill>
                  <a:srgbClr val="1C1A18"/>
                </a:solidFill>
                <a:latin typeface="Arial"/>
                <a:cs typeface="Arial"/>
              </a:rPr>
              <a:t>:</a:t>
            </a:r>
            <a:r>
              <a:rPr sz="2650" b="1" spc="-3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If</a:t>
            </a:r>
            <a:r>
              <a:rPr sz="2650" spc="17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C1A18"/>
                </a:solidFill>
                <a:latin typeface="Arial"/>
                <a:cs typeface="Arial"/>
              </a:rPr>
              <a:t>Al</a:t>
            </a:r>
            <a:r>
              <a:rPr sz="2650" spc="-16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1C1A18"/>
                </a:solidFill>
                <a:latin typeface="Arial"/>
                <a:cs typeface="Arial"/>
              </a:rPr>
              <a:t>d</a:t>
            </a:r>
            <a:r>
              <a:rPr sz="2650" spc="75" dirty="0">
                <a:solidFill>
                  <a:srgbClr val="030301"/>
                </a:solidFill>
                <a:latin typeface="Arial"/>
                <a:cs typeface="Arial"/>
              </a:rPr>
              <a:t>r</a:t>
            </a:r>
            <a:r>
              <a:rPr sz="2650" spc="75" dirty="0">
                <a:solidFill>
                  <a:srgbClr val="1C1A18"/>
                </a:solidFill>
                <a:latin typeface="Arial"/>
                <a:cs typeface="Arial"/>
              </a:rPr>
              <a:t>aws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030301"/>
                </a:solidFill>
                <a:latin typeface="Arial"/>
                <a:cs typeface="Arial"/>
              </a:rPr>
              <a:t>fr</a:t>
            </a:r>
            <a:r>
              <a:rPr sz="2650" spc="65" dirty="0">
                <a:solidFill>
                  <a:srgbClr val="1C1A18"/>
                </a:solidFill>
                <a:latin typeface="Arial"/>
                <a:cs typeface="Arial"/>
              </a:rPr>
              <a:t>om</a:t>
            </a:r>
            <a:r>
              <a:rPr sz="2650" spc="2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C1A18"/>
                </a:solidFill>
                <a:latin typeface="Arial"/>
                <a:cs typeface="Arial"/>
              </a:rPr>
              <a:t>t</a:t>
            </a:r>
            <a:r>
              <a:rPr sz="2650" spc="100" dirty="0">
                <a:solidFill>
                  <a:srgbClr val="030301"/>
                </a:solidFill>
                <a:latin typeface="Arial"/>
                <a:cs typeface="Arial"/>
              </a:rPr>
              <a:t>hi</a:t>
            </a:r>
            <a:r>
              <a:rPr sz="2650" spc="100" dirty="0">
                <a:solidFill>
                  <a:srgbClr val="1C1A18"/>
                </a:solidFill>
                <a:latin typeface="Arial"/>
                <a:cs typeface="Arial"/>
              </a:rPr>
              <a:t>s</a:t>
            </a:r>
            <a:r>
              <a:rPr sz="2650" spc="-10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co</a:t>
            </a:r>
            <a:r>
              <a:rPr sz="2650" spc="60" dirty="0">
                <a:solidFill>
                  <a:srgbClr val="030301"/>
                </a:solidFill>
                <a:latin typeface="Arial"/>
                <a:cs typeface="Arial"/>
              </a:rPr>
              <a:t>nt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e</a:t>
            </a:r>
            <a:r>
              <a:rPr sz="2650" spc="60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t</a:t>
            </a:r>
            <a:r>
              <a:rPr sz="2650" spc="1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l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ake,</a:t>
            </a:r>
            <a:r>
              <a:rPr sz="2650" spc="-19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C1A18"/>
                </a:solidFill>
                <a:latin typeface="Arial"/>
                <a:cs typeface="Arial"/>
              </a:rPr>
              <a:t>i</a:t>
            </a:r>
            <a:r>
              <a:rPr sz="2650" spc="80" dirty="0">
                <a:solidFill>
                  <a:srgbClr val="030301"/>
                </a:solidFill>
                <a:latin typeface="Arial"/>
                <a:cs typeface="Arial"/>
              </a:rPr>
              <a:t>t</a:t>
            </a:r>
            <a:r>
              <a:rPr sz="2650" spc="12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h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as</a:t>
            </a:r>
            <a:r>
              <a:rPr sz="2650" spc="-8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650" spc="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30301"/>
                </a:solidFill>
                <a:latin typeface="Arial"/>
                <a:cs typeface="Arial"/>
              </a:rPr>
              <a:t>hi</a:t>
            </a:r>
            <a:r>
              <a:rPr sz="2650" spc="50" dirty="0">
                <a:solidFill>
                  <a:srgbClr val="1C1A18"/>
                </a:solidFill>
                <a:latin typeface="Arial"/>
                <a:cs typeface="Arial"/>
              </a:rPr>
              <a:t>g</a:t>
            </a:r>
            <a:r>
              <a:rPr sz="2650" spc="50" dirty="0">
                <a:solidFill>
                  <a:srgbClr val="030301"/>
                </a:solidFill>
                <a:latin typeface="Arial"/>
                <a:cs typeface="Arial"/>
              </a:rPr>
              <a:t>h</a:t>
            </a:r>
            <a:r>
              <a:rPr sz="2650" spc="-114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030301"/>
                </a:solidFill>
                <a:latin typeface="Arial"/>
                <a:cs typeface="Arial"/>
              </a:rPr>
              <a:t>pr</a:t>
            </a:r>
            <a:r>
              <a:rPr sz="2650" spc="65" dirty="0">
                <a:solidFill>
                  <a:srgbClr val="1C1A18"/>
                </a:solidFill>
                <a:latin typeface="Arial"/>
                <a:cs typeface="Arial"/>
              </a:rPr>
              <a:t>obabi</a:t>
            </a:r>
            <a:r>
              <a:rPr sz="2650" spc="65" dirty="0">
                <a:solidFill>
                  <a:srgbClr val="030301"/>
                </a:solidFill>
                <a:latin typeface="Arial"/>
                <a:cs typeface="Arial"/>
              </a:rPr>
              <a:t>l</a:t>
            </a:r>
            <a:r>
              <a:rPr sz="2650" spc="65" dirty="0">
                <a:solidFill>
                  <a:srgbClr val="1C1A18"/>
                </a:solidFill>
                <a:latin typeface="Arial"/>
                <a:cs typeface="Arial"/>
              </a:rPr>
              <a:t>ity</a:t>
            </a:r>
            <a:r>
              <a:rPr sz="2650" spc="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of</a:t>
            </a:r>
            <a:r>
              <a:rPr sz="2650" spc="14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030301"/>
                </a:solidFill>
                <a:latin typeface="Arial"/>
                <a:cs typeface="Arial"/>
              </a:rPr>
              <a:t>f</a:t>
            </a:r>
            <a:r>
              <a:rPr sz="2650" spc="75" dirty="0">
                <a:solidFill>
                  <a:srgbClr val="1C1A18"/>
                </a:solidFill>
                <a:latin typeface="Arial"/>
                <a:cs typeface="Arial"/>
              </a:rPr>
              <a:t>in</a:t>
            </a:r>
            <a:r>
              <a:rPr sz="2650" spc="75" dirty="0">
                <a:solidFill>
                  <a:srgbClr val="030301"/>
                </a:solidFill>
                <a:latin typeface="Arial"/>
                <a:cs typeface="Arial"/>
              </a:rPr>
              <a:t>d</a:t>
            </a:r>
            <a:r>
              <a:rPr sz="2650" spc="75" dirty="0">
                <a:solidFill>
                  <a:srgbClr val="1C1A18"/>
                </a:solidFill>
                <a:latin typeface="Arial"/>
                <a:cs typeface="Arial"/>
              </a:rPr>
              <a:t>i</a:t>
            </a:r>
            <a:r>
              <a:rPr sz="2650" spc="75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sz="2650" spc="75" dirty="0">
                <a:solidFill>
                  <a:srgbClr val="1C1A18"/>
                </a:solidFill>
                <a:latin typeface="Arial"/>
                <a:cs typeface="Arial"/>
              </a:rPr>
              <a:t>g</a:t>
            </a:r>
            <a:r>
              <a:rPr sz="2650" spc="-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sz="2650" spc="-2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o</a:t>
            </a:r>
            <a:r>
              <a:rPr sz="2650" spc="70" dirty="0">
                <a:solidFill>
                  <a:srgbClr val="030301"/>
                </a:solidFill>
                <a:latin typeface="Arial"/>
                <a:cs typeface="Arial"/>
              </a:rPr>
              <a:t>ut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dat</a:t>
            </a:r>
            <a:r>
              <a:rPr sz="2650" spc="70" dirty="0">
                <a:solidFill>
                  <a:srgbClr val="030301"/>
                </a:solidFill>
                <a:latin typeface="Arial"/>
                <a:cs typeface="Arial"/>
              </a:rPr>
              <a:t>e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d, </a:t>
            </a:r>
            <a:r>
              <a:rPr sz="2650" spc="70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nco</a:t>
            </a:r>
            <a:r>
              <a:rPr sz="2650" spc="70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siste</a:t>
            </a:r>
            <a:r>
              <a:rPr sz="2650" spc="70" dirty="0">
                <a:solidFill>
                  <a:srgbClr val="030301"/>
                </a:solidFill>
                <a:latin typeface="Arial"/>
                <a:cs typeface="Arial"/>
              </a:rPr>
              <a:t>nt</a:t>
            </a:r>
            <a:r>
              <a:rPr sz="2650" spc="70" dirty="0">
                <a:solidFill>
                  <a:srgbClr val="1C1A18"/>
                </a:solidFill>
                <a:latin typeface="Arial"/>
                <a:cs typeface="Arial"/>
              </a:rPr>
              <a:t>,</a:t>
            </a:r>
            <a:r>
              <a:rPr sz="2650" spc="-7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or</a:t>
            </a:r>
            <a:r>
              <a:rPr sz="2650" spc="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1C1A18"/>
                </a:solidFill>
                <a:latin typeface="Arial"/>
                <a:cs typeface="Arial"/>
              </a:rPr>
              <a:t>incorrect</a:t>
            </a:r>
            <a:r>
              <a:rPr sz="2650" spc="254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vers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on.</a:t>
            </a:r>
            <a:r>
              <a:rPr sz="2650" spc="-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650" spc="1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ro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b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ust</a:t>
            </a:r>
            <a:r>
              <a:rPr sz="2650" spc="27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re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u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se</a:t>
            </a:r>
            <a:r>
              <a:rPr sz="2650" spc="2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s</a:t>
            </a:r>
            <a:r>
              <a:rPr sz="2650" spc="60" dirty="0">
                <a:solidFill>
                  <a:srgbClr val="030301"/>
                </a:solidFill>
                <a:latin typeface="Arial"/>
                <a:cs typeface="Arial"/>
              </a:rPr>
              <a:t>tr</a:t>
            </a:r>
            <a:r>
              <a:rPr sz="2650" spc="60" dirty="0">
                <a:solidFill>
                  <a:srgbClr val="1C1A18"/>
                </a:solidFill>
                <a:latin typeface="Arial"/>
                <a:cs typeface="Arial"/>
              </a:rPr>
              <a:t>ategy</a:t>
            </a:r>
            <a:r>
              <a:rPr sz="2650" spc="9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1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sn't</a:t>
            </a:r>
            <a:r>
              <a:rPr sz="2650" spc="25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650" spc="-30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030301"/>
                </a:solidFill>
                <a:latin typeface="Arial"/>
                <a:cs typeface="Arial"/>
              </a:rPr>
              <a:t>lu</a:t>
            </a:r>
            <a:r>
              <a:rPr sz="2650" spc="65" dirty="0">
                <a:solidFill>
                  <a:srgbClr val="1C1A18"/>
                </a:solidFill>
                <a:latin typeface="Arial"/>
                <a:cs typeface="Arial"/>
              </a:rPr>
              <a:t>x</a:t>
            </a:r>
            <a:r>
              <a:rPr sz="2650" spc="65" dirty="0">
                <a:solidFill>
                  <a:srgbClr val="030301"/>
                </a:solidFill>
                <a:latin typeface="Arial"/>
                <a:cs typeface="Arial"/>
              </a:rPr>
              <a:t>ur</a:t>
            </a:r>
            <a:r>
              <a:rPr sz="2650" spc="65" dirty="0">
                <a:solidFill>
                  <a:srgbClr val="1C1A18"/>
                </a:solidFill>
                <a:latin typeface="Arial"/>
                <a:cs typeface="Arial"/>
              </a:rPr>
              <a:t>y;</a:t>
            </a:r>
            <a:r>
              <a:rPr sz="2650" spc="-17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C1A18"/>
                </a:solidFill>
                <a:latin typeface="Arial"/>
                <a:cs typeface="Arial"/>
              </a:rPr>
              <a:t>i</a:t>
            </a:r>
            <a:r>
              <a:rPr sz="2650" spc="100" dirty="0">
                <a:solidFill>
                  <a:srgbClr val="030301"/>
                </a:solidFill>
                <a:latin typeface="Arial"/>
                <a:cs typeface="Arial"/>
              </a:rPr>
              <a:t>t</a:t>
            </a:r>
            <a:r>
              <a:rPr sz="2650" spc="100" dirty="0">
                <a:solidFill>
                  <a:srgbClr val="1C1A18"/>
                </a:solidFill>
                <a:latin typeface="Arial"/>
                <a:cs typeface="Arial"/>
              </a:rPr>
              <a:t>'s</a:t>
            </a:r>
            <a:r>
              <a:rPr sz="2650" spc="-5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C1A18"/>
                </a:solidFill>
                <a:latin typeface="Arial"/>
                <a:cs typeface="Arial"/>
              </a:rPr>
              <a:t>a</a:t>
            </a:r>
            <a:r>
              <a:rPr sz="2650" spc="-35" dirty="0">
                <a:solidFill>
                  <a:srgbClr val="1C1A18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r>
              <a:rPr sz="2650" spc="45" dirty="0">
                <a:solidFill>
                  <a:srgbClr val="1C1A18"/>
                </a:solidFill>
                <a:latin typeface="Arial"/>
                <a:cs typeface="Arial"/>
              </a:rPr>
              <a:t>ecessi</a:t>
            </a:r>
            <a:r>
              <a:rPr sz="2650" spc="45" dirty="0">
                <a:solidFill>
                  <a:srgbClr val="030301"/>
                </a:solidFill>
                <a:latin typeface="Arial"/>
                <a:cs typeface="Arial"/>
              </a:rPr>
              <a:t>t</a:t>
            </a:r>
            <a:r>
              <a:rPr sz="2650" spc="45" dirty="0">
                <a:solidFill>
                  <a:srgbClr val="1C1A18"/>
                </a:solidFill>
                <a:latin typeface="Arial"/>
                <a:cs typeface="Arial"/>
              </a:rPr>
              <a:t>y.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0862" y="4391818"/>
            <a:ext cx="2139802" cy="15064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56706" y="4340754"/>
            <a:ext cx="993479" cy="15830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50263" y="2885412"/>
            <a:ext cx="0" cy="5311140"/>
          </a:xfrm>
          <a:custGeom>
            <a:avLst/>
            <a:gdLst/>
            <a:ahLst/>
            <a:cxnLst/>
            <a:rect l="l" t="t" r="r" b="b"/>
            <a:pathLst>
              <a:path h="5311140">
                <a:moveTo>
                  <a:pt x="0" y="53107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70987" y="549275"/>
            <a:ext cx="15753715" cy="715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0" spc="170" dirty="0">
                <a:solidFill>
                  <a:srgbClr val="383838"/>
                </a:solidFill>
              </a:rPr>
              <a:t>The</a:t>
            </a:r>
            <a:r>
              <a:rPr sz="4500" spc="-10" dirty="0">
                <a:solidFill>
                  <a:srgbClr val="383838"/>
                </a:solidFill>
              </a:rPr>
              <a:t> </a:t>
            </a:r>
            <a:r>
              <a:rPr sz="4500" spc="250" dirty="0">
                <a:solidFill>
                  <a:srgbClr val="383838"/>
                </a:solidFill>
              </a:rPr>
              <a:t>New</a:t>
            </a:r>
            <a:r>
              <a:rPr sz="4500" spc="-229" dirty="0">
                <a:solidFill>
                  <a:srgbClr val="383838"/>
                </a:solidFill>
              </a:rPr>
              <a:t> </a:t>
            </a:r>
            <a:r>
              <a:rPr sz="4500" spc="60" dirty="0">
                <a:solidFill>
                  <a:srgbClr val="383838"/>
                </a:solidFill>
              </a:rPr>
              <a:t>Standard </a:t>
            </a:r>
            <a:r>
              <a:rPr sz="4500" spc="90" dirty="0">
                <a:solidFill>
                  <a:srgbClr val="383838"/>
                </a:solidFill>
              </a:rPr>
              <a:t>for</a:t>
            </a:r>
            <a:r>
              <a:rPr sz="4500" spc="-215" dirty="0">
                <a:solidFill>
                  <a:srgbClr val="383838"/>
                </a:solidFill>
              </a:rPr>
              <a:t> </a:t>
            </a:r>
            <a:r>
              <a:rPr sz="4500" spc="160" dirty="0">
                <a:solidFill>
                  <a:srgbClr val="383838"/>
                </a:solidFill>
              </a:rPr>
              <a:t>Success:</a:t>
            </a:r>
            <a:r>
              <a:rPr sz="4500" spc="-305" dirty="0">
                <a:solidFill>
                  <a:srgbClr val="383838"/>
                </a:solidFill>
              </a:rPr>
              <a:t> </a:t>
            </a:r>
            <a:r>
              <a:rPr sz="4500" spc="170" dirty="0">
                <a:solidFill>
                  <a:srgbClr val="383838"/>
                </a:solidFill>
              </a:rPr>
              <a:t>The</a:t>
            </a:r>
            <a:r>
              <a:rPr sz="4500" spc="70" dirty="0">
                <a:solidFill>
                  <a:srgbClr val="383838"/>
                </a:solidFill>
              </a:rPr>
              <a:t> </a:t>
            </a:r>
            <a:r>
              <a:rPr sz="4500" dirty="0">
                <a:solidFill>
                  <a:srgbClr val="383838"/>
                </a:solidFill>
              </a:rPr>
              <a:t>Right</a:t>
            </a:r>
            <a:r>
              <a:rPr sz="4500" spc="-110" dirty="0">
                <a:solidFill>
                  <a:srgbClr val="383838"/>
                </a:solidFill>
              </a:rPr>
              <a:t> </a:t>
            </a:r>
            <a:r>
              <a:rPr sz="4500" spc="65" dirty="0">
                <a:solidFill>
                  <a:srgbClr val="383838"/>
                </a:solidFill>
              </a:rPr>
              <a:t>Answer,</a:t>
            </a:r>
            <a:r>
              <a:rPr sz="4500" spc="200" dirty="0">
                <a:solidFill>
                  <a:srgbClr val="383838"/>
                </a:solidFill>
              </a:rPr>
              <a:t> </a:t>
            </a:r>
            <a:r>
              <a:rPr sz="4500" dirty="0">
                <a:solidFill>
                  <a:srgbClr val="383838"/>
                </a:solidFill>
              </a:rPr>
              <a:t>First</a:t>
            </a:r>
            <a:r>
              <a:rPr sz="4500" spc="-100" dirty="0">
                <a:solidFill>
                  <a:srgbClr val="383838"/>
                </a:solidFill>
              </a:rPr>
              <a:t> </a:t>
            </a:r>
            <a:r>
              <a:rPr sz="4500" spc="125" dirty="0">
                <a:solidFill>
                  <a:srgbClr val="383838"/>
                </a:solidFill>
              </a:rPr>
              <a:t>Time</a:t>
            </a:r>
            <a:endParaRPr sz="45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13134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teboo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k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L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644" y="1525884"/>
            <a:ext cx="14205585" cy="852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650" spc="-114" dirty="0">
                <a:solidFill>
                  <a:srgbClr val="262321"/>
                </a:solidFill>
                <a:latin typeface="Arial"/>
                <a:cs typeface="Arial"/>
              </a:rPr>
              <a:t>Users</a:t>
            </a:r>
            <a:r>
              <a:rPr sz="2650" spc="-1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80" dirty="0">
                <a:solidFill>
                  <a:srgbClr val="262321"/>
                </a:solidFill>
                <a:latin typeface="Arial"/>
                <a:cs typeface="Arial"/>
              </a:rPr>
              <a:t>now</a:t>
            </a:r>
            <a:r>
              <a:rPr sz="2650" spc="-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90" dirty="0">
                <a:solidFill>
                  <a:srgbClr val="262321"/>
                </a:solidFill>
                <a:latin typeface="Arial"/>
                <a:cs typeface="Arial"/>
              </a:rPr>
              <a:t>expect</a:t>
            </a:r>
            <a:r>
              <a:rPr sz="2650" spc="-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0A0807"/>
                </a:solidFill>
                <a:latin typeface="Arial"/>
                <a:cs typeface="Arial"/>
              </a:rPr>
              <a:t>t</a:t>
            </a:r>
            <a:r>
              <a:rPr sz="2650" spc="85" dirty="0">
                <a:solidFill>
                  <a:srgbClr val="262321"/>
                </a:solidFill>
                <a:latin typeface="Arial"/>
                <a:cs typeface="Arial"/>
              </a:rPr>
              <a:t>o</a:t>
            </a:r>
            <a:r>
              <a:rPr sz="2650" spc="-2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40" dirty="0">
                <a:solidFill>
                  <a:srgbClr val="262321"/>
                </a:solidFill>
                <a:latin typeface="Arial"/>
                <a:cs typeface="Arial"/>
              </a:rPr>
              <a:t>ask</a:t>
            </a:r>
            <a:r>
              <a:rPr sz="2650" spc="-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10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650" spc="-2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70" dirty="0">
                <a:solidFill>
                  <a:srgbClr val="262321"/>
                </a:solidFill>
                <a:latin typeface="Arial"/>
                <a:cs typeface="Arial"/>
              </a:rPr>
              <a:t>natural</a:t>
            </a:r>
            <a:r>
              <a:rPr sz="2650" spc="-2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00" dirty="0">
                <a:solidFill>
                  <a:srgbClr val="0A0807"/>
                </a:solidFill>
                <a:latin typeface="Arial"/>
                <a:cs typeface="Arial"/>
              </a:rPr>
              <a:t>l</a:t>
            </a:r>
            <a:r>
              <a:rPr sz="2650" spc="-100" dirty="0">
                <a:solidFill>
                  <a:srgbClr val="262321"/>
                </a:solidFill>
                <a:latin typeface="Arial"/>
                <a:cs typeface="Arial"/>
              </a:rPr>
              <a:t>anguage</a:t>
            </a:r>
            <a:r>
              <a:rPr sz="2650" spc="-2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60" dirty="0">
                <a:solidFill>
                  <a:srgbClr val="262321"/>
                </a:solidFill>
                <a:latin typeface="Arial"/>
                <a:cs typeface="Arial"/>
              </a:rPr>
              <a:t>quest</a:t>
            </a:r>
            <a:r>
              <a:rPr sz="2650" spc="-60" dirty="0">
                <a:solidFill>
                  <a:srgbClr val="0A0807"/>
                </a:solidFill>
                <a:latin typeface="Arial"/>
                <a:cs typeface="Arial"/>
              </a:rPr>
              <a:t>i</a:t>
            </a:r>
            <a:r>
              <a:rPr sz="2650" spc="-60" dirty="0">
                <a:solidFill>
                  <a:srgbClr val="262321"/>
                </a:solidFill>
                <a:latin typeface="Arial"/>
                <a:cs typeface="Arial"/>
              </a:rPr>
              <a:t>on</a:t>
            </a:r>
            <a:r>
              <a:rPr sz="2650" spc="-3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650" spc="-75" dirty="0">
                <a:solidFill>
                  <a:srgbClr val="0A0807"/>
                </a:solidFill>
                <a:latin typeface="Arial"/>
                <a:cs typeface="Arial"/>
              </a:rPr>
              <a:t>n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d</a:t>
            </a:r>
            <a:r>
              <a:rPr sz="2650" spc="-25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262321"/>
                </a:solidFill>
                <a:latin typeface="Arial"/>
                <a:cs typeface="Arial"/>
              </a:rPr>
              <a:t>get</a:t>
            </a:r>
            <a:r>
              <a:rPr sz="2650" spc="-1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10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650" spc="-17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95" dirty="0">
                <a:solidFill>
                  <a:srgbClr val="262321"/>
                </a:solidFill>
                <a:latin typeface="Arial"/>
                <a:cs typeface="Arial"/>
              </a:rPr>
              <a:t>precise,</a:t>
            </a:r>
            <a:r>
              <a:rPr sz="2650" spc="-1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30" dirty="0">
                <a:solidFill>
                  <a:srgbClr val="262321"/>
                </a:solidFill>
                <a:latin typeface="Arial"/>
                <a:cs typeface="Arial"/>
              </a:rPr>
              <a:t>co</a:t>
            </a:r>
            <a:r>
              <a:rPr sz="2650" spc="-30" dirty="0">
                <a:solidFill>
                  <a:srgbClr val="0A0807"/>
                </a:solidFill>
                <a:latin typeface="Arial"/>
                <a:cs typeface="Arial"/>
              </a:rPr>
              <a:t>rr</a:t>
            </a:r>
            <a:r>
              <a:rPr sz="2650" spc="-30" dirty="0">
                <a:solidFill>
                  <a:srgbClr val="262321"/>
                </a:solidFill>
                <a:latin typeface="Arial"/>
                <a:cs typeface="Arial"/>
              </a:rPr>
              <a:t>ect</a:t>
            </a:r>
            <a:r>
              <a:rPr sz="2650" spc="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90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650" spc="-90" dirty="0">
                <a:solidFill>
                  <a:srgbClr val="0A0807"/>
                </a:solidFill>
                <a:latin typeface="Arial"/>
                <a:cs typeface="Arial"/>
              </a:rPr>
              <a:t>n</a:t>
            </a:r>
            <a:r>
              <a:rPr sz="2650" spc="-90" dirty="0">
                <a:solidFill>
                  <a:srgbClr val="262321"/>
                </a:solidFill>
                <a:latin typeface="Arial"/>
                <a:cs typeface="Arial"/>
              </a:rPr>
              <a:t>swer</a:t>
            </a:r>
            <a:r>
              <a:rPr sz="2650" spc="-2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85" dirty="0">
                <a:solidFill>
                  <a:srgbClr val="262321"/>
                </a:solidFill>
                <a:latin typeface="Arial"/>
                <a:cs typeface="Arial"/>
              </a:rPr>
              <a:t>on</a:t>
            </a:r>
            <a:r>
              <a:rPr sz="2650" spc="-1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A0807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srgbClr val="262321"/>
                </a:solidFill>
                <a:latin typeface="Arial"/>
                <a:cs typeface="Arial"/>
              </a:rPr>
              <a:t>he</a:t>
            </a:r>
            <a:r>
              <a:rPr sz="2650" spc="-20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262321"/>
                </a:solidFill>
                <a:latin typeface="Arial"/>
                <a:cs typeface="Arial"/>
              </a:rPr>
              <a:t>firs</a:t>
            </a:r>
            <a:r>
              <a:rPr sz="2650" spc="-20" dirty="0">
                <a:solidFill>
                  <a:srgbClr val="0A0807"/>
                </a:solidFill>
                <a:latin typeface="Arial"/>
                <a:cs typeface="Arial"/>
              </a:rPr>
              <a:t>t</a:t>
            </a:r>
            <a:r>
              <a:rPr sz="2650" spc="-90" dirty="0">
                <a:solidFill>
                  <a:srgbClr val="0A0807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262321"/>
                </a:solidFill>
                <a:latin typeface="Arial"/>
                <a:cs typeface="Arial"/>
              </a:rPr>
              <a:t>t</a:t>
            </a:r>
            <a:r>
              <a:rPr sz="2650" spc="-20" dirty="0">
                <a:solidFill>
                  <a:srgbClr val="0A0807"/>
                </a:solidFill>
                <a:latin typeface="Arial"/>
                <a:cs typeface="Arial"/>
              </a:rPr>
              <a:t>r</a:t>
            </a:r>
            <a:r>
              <a:rPr sz="2650" spc="-20" dirty="0">
                <a:solidFill>
                  <a:srgbClr val="262321"/>
                </a:solidFill>
                <a:latin typeface="Arial"/>
                <a:cs typeface="Arial"/>
              </a:rPr>
              <a:t>y.</a:t>
            </a:r>
            <a:endParaRPr sz="2650">
              <a:latin typeface="Arial"/>
              <a:cs typeface="Arial"/>
            </a:endParaRPr>
          </a:p>
          <a:p>
            <a:pPr marL="33020" algn="ctr">
              <a:lnSpc>
                <a:spcPct val="100000"/>
              </a:lnSpc>
              <a:spcBef>
                <a:spcPts val="140"/>
              </a:spcBef>
            </a:pPr>
            <a:r>
              <a:rPr sz="2650" spc="-135" dirty="0">
                <a:solidFill>
                  <a:srgbClr val="262321"/>
                </a:solidFill>
                <a:latin typeface="Arial"/>
                <a:cs typeface="Arial"/>
              </a:rPr>
              <a:t>Success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262321"/>
                </a:solidFill>
                <a:latin typeface="Arial"/>
                <a:cs typeface="Arial"/>
              </a:rPr>
              <a:t>is</a:t>
            </a:r>
            <a:r>
              <a:rPr sz="2650" spc="-2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20" dirty="0">
                <a:solidFill>
                  <a:srgbClr val="262321"/>
                </a:solidFill>
                <a:latin typeface="Arial"/>
                <a:cs typeface="Arial"/>
              </a:rPr>
              <a:t>measu</a:t>
            </a:r>
            <a:r>
              <a:rPr sz="2650" spc="-120" dirty="0">
                <a:solidFill>
                  <a:srgbClr val="0A0807"/>
                </a:solidFill>
                <a:latin typeface="Arial"/>
                <a:cs typeface="Arial"/>
              </a:rPr>
              <a:t>r</a:t>
            </a:r>
            <a:r>
              <a:rPr sz="2650" spc="-120" dirty="0">
                <a:solidFill>
                  <a:srgbClr val="262321"/>
                </a:solidFill>
                <a:latin typeface="Arial"/>
                <a:cs typeface="Arial"/>
              </a:rPr>
              <a:t>ed</a:t>
            </a:r>
            <a:r>
              <a:rPr sz="2650" spc="-2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35" dirty="0">
                <a:solidFill>
                  <a:srgbClr val="262321"/>
                </a:solidFill>
                <a:latin typeface="Arial"/>
                <a:cs typeface="Arial"/>
              </a:rPr>
              <a:t>by</a:t>
            </a:r>
            <a:r>
              <a:rPr sz="2650" spc="-1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00" dirty="0">
                <a:solidFill>
                  <a:srgbClr val="262321"/>
                </a:solidFill>
                <a:latin typeface="Arial"/>
                <a:cs typeface="Arial"/>
              </a:rPr>
              <a:t>avoiding</a:t>
            </a:r>
            <a:r>
              <a:rPr sz="2650" spc="-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10" dirty="0">
                <a:solidFill>
                  <a:srgbClr val="262321"/>
                </a:solidFill>
                <a:latin typeface="Arial"/>
                <a:cs typeface="Arial"/>
              </a:rPr>
              <a:t>a </a:t>
            </a:r>
            <a:r>
              <a:rPr sz="2650" spc="-35" dirty="0">
                <a:solidFill>
                  <a:srgbClr val="0A0807"/>
                </a:solidFill>
                <a:latin typeface="Arial"/>
                <a:cs typeface="Arial"/>
              </a:rPr>
              <a:t>f</a:t>
            </a:r>
            <a:r>
              <a:rPr sz="2650" spc="-35" dirty="0">
                <a:solidFill>
                  <a:srgbClr val="262321"/>
                </a:solidFill>
                <a:latin typeface="Arial"/>
                <a:cs typeface="Arial"/>
              </a:rPr>
              <a:t>ollow</a:t>
            </a:r>
            <a:r>
              <a:rPr sz="2650" spc="-35" dirty="0">
                <a:solidFill>
                  <a:srgbClr val="0A0807"/>
                </a:solidFill>
                <a:latin typeface="Arial"/>
                <a:cs typeface="Arial"/>
              </a:rPr>
              <a:t>-</a:t>
            </a:r>
            <a:r>
              <a:rPr sz="2650" spc="-45" dirty="0">
                <a:solidFill>
                  <a:srgbClr val="262321"/>
                </a:solidFill>
                <a:latin typeface="Arial"/>
                <a:cs typeface="Arial"/>
              </a:rPr>
              <a:t>up</a:t>
            </a:r>
            <a:r>
              <a:rPr sz="2650" spc="-2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query</a:t>
            </a:r>
            <a:r>
              <a:rPr sz="2650" spc="4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262321"/>
                </a:solidFill>
                <a:latin typeface="Arial"/>
                <a:cs typeface="Arial"/>
              </a:rPr>
              <a:t>or</a:t>
            </a:r>
            <a:r>
              <a:rPr sz="2650" spc="-13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10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650" spc="-19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40" dirty="0">
                <a:solidFill>
                  <a:srgbClr val="262321"/>
                </a:solidFill>
                <a:latin typeface="Arial"/>
                <a:cs typeface="Arial"/>
              </a:rPr>
              <a:t>ca</a:t>
            </a:r>
            <a:r>
              <a:rPr sz="2650" spc="-40" dirty="0">
                <a:solidFill>
                  <a:srgbClr val="0A0807"/>
                </a:solidFill>
                <a:latin typeface="Arial"/>
                <a:cs typeface="Arial"/>
              </a:rPr>
              <a:t>ll</a:t>
            </a:r>
            <a:r>
              <a:rPr sz="2650" spc="-204" dirty="0">
                <a:solidFill>
                  <a:srgbClr val="0A0807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262321"/>
                </a:solidFill>
                <a:latin typeface="Arial"/>
                <a:cs typeface="Arial"/>
              </a:rPr>
              <a:t>to</a:t>
            </a:r>
            <a:r>
              <a:rPr sz="2650" spc="-2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cus</a:t>
            </a:r>
            <a:r>
              <a:rPr sz="2650" spc="-75" dirty="0">
                <a:solidFill>
                  <a:srgbClr val="0A0807"/>
                </a:solidFill>
                <a:latin typeface="Arial"/>
                <a:cs typeface="Arial"/>
              </a:rPr>
              <a:t>t</a:t>
            </a:r>
            <a:r>
              <a:rPr sz="2650" spc="-75" dirty="0">
                <a:solidFill>
                  <a:srgbClr val="262321"/>
                </a:solidFill>
                <a:latin typeface="Arial"/>
                <a:cs typeface="Arial"/>
              </a:rPr>
              <a:t>omer</a:t>
            </a:r>
            <a:r>
              <a:rPr sz="2650" spc="-15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262321"/>
                </a:solidFill>
                <a:latin typeface="Arial"/>
                <a:cs typeface="Arial"/>
              </a:rPr>
              <a:t>support.</a:t>
            </a:r>
            <a:endParaRPr sz="2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4689" y="2757818"/>
            <a:ext cx="8899525" cy="169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530"/>
              </a:lnSpc>
              <a:spcBef>
                <a:spcPts val="135"/>
              </a:spcBef>
              <a:tabLst>
                <a:tab pos="8565515" algn="l"/>
              </a:tabLst>
            </a:pPr>
            <a:r>
              <a:rPr sz="7200" spc="-50" dirty="0">
                <a:solidFill>
                  <a:srgbClr val="383838"/>
                </a:solidFill>
                <a:latin typeface="Times New Roman"/>
                <a:cs typeface="Times New Roman"/>
              </a:rPr>
              <a:t>?</a:t>
            </a:r>
            <a:r>
              <a:rPr sz="7200" dirty="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sz="7200" spc="-50" dirty="0">
                <a:solidFill>
                  <a:srgbClr val="BC8960"/>
                </a:solidFill>
                <a:latin typeface="Arial"/>
                <a:cs typeface="Arial"/>
              </a:rPr>
              <a:t>I</a:t>
            </a:r>
            <a:endParaRPr sz="7200">
              <a:latin typeface="Arial"/>
              <a:cs typeface="Arial"/>
            </a:endParaRPr>
          </a:p>
          <a:p>
            <a:pPr marL="219710">
              <a:lnSpc>
                <a:spcPts val="6530"/>
              </a:lnSpc>
              <a:tabLst>
                <a:tab pos="8587740" algn="l"/>
              </a:tabLst>
            </a:pPr>
            <a:r>
              <a:rPr sz="7200" spc="-50" dirty="0">
                <a:solidFill>
                  <a:srgbClr val="383838"/>
                </a:solidFill>
                <a:latin typeface="Times New Roman"/>
                <a:cs typeface="Times New Roman"/>
              </a:rPr>
              <a:t>•</a:t>
            </a:r>
            <a:r>
              <a:rPr sz="7200" dirty="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sz="7200" spc="-120" dirty="0">
                <a:solidFill>
                  <a:srgbClr val="BC8960"/>
                </a:solidFill>
                <a:latin typeface="Times New Roman"/>
                <a:cs typeface="Times New Roman"/>
              </a:rPr>
              <a:t>•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8043" y="6063284"/>
            <a:ext cx="6462395" cy="212661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2800" b="1" spc="-254" dirty="0">
                <a:solidFill>
                  <a:srgbClr val="0A0807"/>
                </a:solidFill>
                <a:latin typeface="Arial"/>
                <a:cs typeface="Arial"/>
              </a:rPr>
              <a:t>Low</a:t>
            </a:r>
            <a:r>
              <a:rPr sz="2800" b="1" spc="-105" dirty="0">
                <a:solidFill>
                  <a:srgbClr val="0A0807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A0807"/>
                </a:solidFill>
                <a:latin typeface="Arial"/>
                <a:cs typeface="Arial"/>
              </a:rPr>
              <a:t>Stakes</a:t>
            </a:r>
            <a:endParaRPr sz="2800">
              <a:latin typeface="Arial"/>
              <a:cs typeface="Arial"/>
            </a:endParaRPr>
          </a:p>
          <a:p>
            <a:pPr marL="12065" marR="5080" indent="-29845" algn="ctr">
              <a:lnSpc>
                <a:spcPct val="104200"/>
              </a:lnSpc>
              <a:spcBef>
                <a:spcPts val="795"/>
              </a:spcBef>
            </a:pPr>
            <a:r>
              <a:rPr sz="2250" spc="-130" dirty="0">
                <a:solidFill>
                  <a:srgbClr val="383838"/>
                </a:solidFill>
                <a:latin typeface="Arial"/>
                <a:cs typeface="Arial"/>
              </a:rPr>
              <a:t>"How</a:t>
            </a:r>
            <a:r>
              <a:rPr sz="2250" spc="-1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do</a:t>
            </a:r>
            <a:r>
              <a:rPr sz="2250" spc="-254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I</a:t>
            </a:r>
            <a:r>
              <a:rPr sz="2250" spc="-9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62321"/>
                </a:solidFill>
                <a:latin typeface="Arial"/>
                <a:cs typeface="Arial"/>
              </a:rPr>
              <a:t>change</a:t>
            </a:r>
            <a:r>
              <a:rPr sz="2250" spc="-2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5" dirty="0">
                <a:solidFill>
                  <a:srgbClr val="262321"/>
                </a:solidFill>
                <a:latin typeface="Arial"/>
                <a:cs typeface="Arial"/>
              </a:rPr>
              <a:t>my</a:t>
            </a:r>
            <a:r>
              <a:rPr sz="2250" spc="-10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printer</a:t>
            </a:r>
            <a:r>
              <a:rPr sz="2250" spc="-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62321"/>
                </a:solidFill>
                <a:latin typeface="Arial"/>
                <a:cs typeface="Arial"/>
              </a:rPr>
              <a:t>cartridge?"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35" dirty="0">
                <a:solidFill>
                  <a:srgbClr val="262321"/>
                </a:solidFill>
                <a:latin typeface="Arial"/>
                <a:cs typeface="Arial"/>
              </a:rPr>
              <a:t>A</a:t>
            </a:r>
            <a:r>
              <a:rPr sz="2250" spc="-15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321"/>
                </a:solidFill>
                <a:latin typeface="Arial"/>
                <a:cs typeface="Arial"/>
              </a:rPr>
              <a:t>generic </a:t>
            </a:r>
            <a:r>
              <a:rPr sz="2250" spc="-114" dirty="0">
                <a:solidFill>
                  <a:srgbClr val="262321"/>
                </a:solidFill>
                <a:latin typeface="Arial"/>
                <a:cs typeface="Arial"/>
              </a:rPr>
              <a:t>answer</a:t>
            </a:r>
            <a:r>
              <a:rPr sz="2250" spc="-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383838"/>
                </a:solidFill>
                <a:latin typeface="Arial"/>
                <a:cs typeface="Arial"/>
              </a:rPr>
              <a:t>is</a:t>
            </a:r>
            <a:r>
              <a:rPr sz="2250" spc="-2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62321"/>
                </a:solidFill>
                <a:latin typeface="Arial"/>
                <a:cs typeface="Arial"/>
              </a:rPr>
              <a:t>unhelpful,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321"/>
                </a:solidFill>
                <a:latin typeface="Arial"/>
                <a:cs typeface="Arial"/>
              </a:rPr>
              <a:t>but</a:t>
            </a:r>
            <a:r>
              <a:rPr sz="2250" spc="-10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321"/>
                </a:solidFill>
                <a:latin typeface="Arial"/>
                <a:cs typeface="Arial"/>
              </a:rPr>
              <a:t>not</a:t>
            </a:r>
            <a:r>
              <a:rPr sz="2250" spc="-1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10" dirty="0">
                <a:solidFill>
                  <a:srgbClr val="262321"/>
                </a:solidFill>
                <a:latin typeface="Arial"/>
                <a:cs typeface="Arial"/>
              </a:rPr>
              <a:t>dangerous.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14" dirty="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sz="2250" spc="-2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95" dirty="0">
                <a:solidFill>
                  <a:srgbClr val="262321"/>
                </a:solidFill>
                <a:latin typeface="Arial"/>
                <a:cs typeface="Arial"/>
              </a:rPr>
              <a:t>user</a:t>
            </a:r>
            <a:r>
              <a:rPr sz="2250" spc="-13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needs </a:t>
            </a:r>
            <a:r>
              <a:rPr sz="2250" spc="50" dirty="0">
                <a:solidFill>
                  <a:srgbClr val="262321"/>
                </a:solidFill>
                <a:latin typeface="Arial"/>
                <a:cs typeface="Arial"/>
              </a:rPr>
              <a:t>to</a:t>
            </a:r>
            <a:r>
              <a:rPr sz="2250" spc="-2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10" dirty="0">
                <a:solidFill>
                  <a:srgbClr val="262321"/>
                </a:solidFill>
                <a:latin typeface="Arial"/>
                <a:cs typeface="Arial"/>
              </a:rPr>
              <a:t>know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the</a:t>
            </a:r>
            <a:r>
              <a:rPr sz="2250" spc="-2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62321"/>
                </a:solidFill>
                <a:latin typeface="Arial"/>
                <a:cs typeface="Arial"/>
              </a:rPr>
              <a:t>specific</a:t>
            </a:r>
            <a:r>
              <a:rPr sz="2250" spc="-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62321"/>
                </a:solidFill>
                <a:latin typeface="Arial"/>
                <a:cs typeface="Arial"/>
              </a:rPr>
              <a:t>orientation</a:t>
            </a:r>
            <a:r>
              <a:rPr sz="2250" spc="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62321"/>
                </a:solidFill>
                <a:latin typeface="Arial"/>
                <a:cs typeface="Arial"/>
              </a:rPr>
              <a:t>for</a:t>
            </a:r>
            <a:r>
              <a:rPr sz="2250" spc="-19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62321"/>
                </a:solidFill>
                <a:latin typeface="Arial"/>
                <a:cs typeface="Arial"/>
              </a:rPr>
              <a:t>their</a:t>
            </a:r>
            <a:r>
              <a:rPr sz="2250" spc="-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i="1" spc="-90" dirty="0">
                <a:solidFill>
                  <a:srgbClr val="262321"/>
                </a:solidFill>
                <a:latin typeface="Arial"/>
                <a:cs typeface="Arial"/>
              </a:rPr>
              <a:t>model,</a:t>
            </a:r>
            <a:r>
              <a:rPr sz="2250" i="1" spc="-27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62321"/>
                </a:solidFill>
                <a:latin typeface="Arial"/>
                <a:cs typeface="Arial"/>
              </a:rPr>
              <a:t>not</a:t>
            </a:r>
            <a:r>
              <a:rPr sz="2250" spc="-1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62321"/>
                </a:solidFill>
                <a:latin typeface="Arial"/>
                <a:cs typeface="Arial"/>
              </a:rPr>
              <a:t>just </a:t>
            </a:r>
            <a:r>
              <a:rPr sz="2250" spc="-110" dirty="0">
                <a:solidFill>
                  <a:srgbClr val="262321"/>
                </a:solidFill>
                <a:latin typeface="Arial"/>
                <a:cs typeface="Arial"/>
              </a:rPr>
              <a:t>"put</a:t>
            </a:r>
            <a:r>
              <a:rPr sz="2250" spc="-7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in</a:t>
            </a:r>
            <a:r>
              <a:rPr sz="2250" spc="-2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the</a:t>
            </a:r>
            <a:r>
              <a:rPr sz="2250" spc="-1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62321"/>
                </a:solidFill>
                <a:latin typeface="Arial"/>
                <a:cs typeface="Arial"/>
              </a:rPr>
              <a:t>new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321"/>
                </a:solidFill>
                <a:latin typeface="Arial"/>
                <a:cs typeface="Arial"/>
              </a:rPr>
              <a:t>cartridge."</a:t>
            </a:r>
            <a:endParaRPr sz="2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2969" y="6034632"/>
            <a:ext cx="6617970" cy="215519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1350"/>
              </a:spcBef>
            </a:pPr>
            <a:r>
              <a:rPr sz="2800" b="1" spc="-180" dirty="0">
                <a:solidFill>
                  <a:srgbClr val="0A0807"/>
                </a:solidFill>
                <a:latin typeface="Arial"/>
                <a:cs typeface="Arial"/>
              </a:rPr>
              <a:t>High </a:t>
            </a:r>
            <a:r>
              <a:rPr sz="2800" b="1" spc="-10" dirty="0">
                <a:solidFill>
                  <a:srgbClr val="0A0807"/>
                </a:solidFill>
                <a:latin typeface="Arial"/>
                <a:cs typeface="Arial"/>
              </a:rPr>
              <a:t>Stakes</a:t>
            </a:r>
            <a:endParaRPr sz="2800">
              <a:latin typeface="Arial"/>
              <a:cs typeface="Arial"/>
            </a:endParaRPr>
          </a:p>
          <a:p>
            <a:pPr marL="12700" marR="5080" indent="3810" algn="ctr">
              <a:lnSpc>
                <a:spcPct val="104200"/>
              </a:lnSpc>
              <a:spcBef>
                <a:spcPts val="900"/>
              </a:spcBef>
            </a:pPr>
            <a:r>
              <a:rPr sz="2250" spc="-145" dirty="0">
                <a:solidFill>
                  <a:srgbClr val="383838"/>
                </a:solidFill>
                <a:latin typeface="Arial"/>
                <a:cs typeface="Arial"/>
              </a:rPr>
              <a:t>"What</a:t>
            </a:r>
            <a:r>
              <a:rPr sz="2250" spc="-12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is</a:t>
            </a:r>
            <a:r>
              <a:rPr sz="2250" spc="-21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the</a:t>
            </a:r>
            <a:r>
              <a:rPr sz="2250" spc="-2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correct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dosage</a:t>
            </a:r>
            <a:r>
              <a:rPr sz="2250" spc="-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62321"/>
                </a:solidFill>
                <a:latin typeface="Arial"/>
                <a:cs typeface="Arial"/>
              </a:rPr>
              <a:t>of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62321"/>
                </a:solidFill>
                <a:latin typeface="Arial"/>
                <a:cs typeface="Arial"/>
              </a:rPr>
              <a:t>this</a:t>
            </a:r>
            <a:r>
              <a:rPr sz="2250" spc="-17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62321"/>
                </a:solidFill>
                <a:latin typeface="Arial"/>
                <a:cs typeface="Arial"/>
              </a:rPr>
              <a:t>medication </a:t>
            </a:r>
            <a:r>
              <a:rPr sz="2250" spc="-35" dirty="0">
                <a:solidFill>
                  <a:srgbClr val="262321"/>
                </a:solidFill>
                <a:latin typeface="Arial"/>
                <a:cs typeface="Arial"/>
              </a:rPr>
              <a:t>for</a:t>
            </a:r>
            <a:r>
              <a:rPr sz="2250" spc="-11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62321"/>
                </a:solidFill>
                <a:latin typeface="Arial"/>
                <a:cs typeface="Arial"/>
              </a:rPr>
              <a:t>an </a:t>
            </a:r>
            <a:r>
              <a:rPr sz="2250" spc="-105" dirty="0">
                <a:solidFill>
                  <a:srgbClr val="383838"/>
                </a:solidFill>
                <a:latin typeface="Arial"/>
                <a:cs typeface="Arial"/>
              </a:rPr>
              <a:t>infant?"</a:t>
            </a:r>
            <a:r>
              <a:rPr sz="2250" spc="-13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or</a:t>
            </a:r>
            <a:r>
              <a:rPr sz="2250" spc="-25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383838"/>
                </a:solidFill>
                <a:latin typeface="Arial"/>
                <a:cs typeface="Arial"/>
              </a:rPr>
              <a:t>'Which</a:t>
            </a:r>
            <a:r>
              <a:rPr sz="2250" spc="-2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62321"/>
                </a:solidFill>
                <a:latin typeface="Arial"/>
                <a:cs typeface="Arial"/>
              </a:rPr>
              <a:t>investment</a:t>
            </a:r>
            <a:r>
              <a:rPr sz="2250" spc="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option</a:t>
            </a:r>
            <a:r>
              <a:rPr sz="2250" spc="-1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62321"/>
                </a:solidFill>
                <a:latin typeface="Arial"/>
                <a:cs typeface="Arial"/>
              </a:rPr>
              <a:t>should</a:t>
            </a:r>
            <a:r>
              <a:rPr sz="2250" spc="-15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I</a:t>
            </a:r>
            <a:r>
              <a:rPr sz="2250" spc="-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30" dirty="0">
                <a:solidFill>
                  <a:srgbClr val="262321"/>
                </a:solidFill>
                <a:latin typeface="Arial"/>
                <a:cs typeface="Arial"/>
              </a:rPr>
              <a:t>choose?"</a:t>
            </a:r>
            <a:r>
              <a:rPr sz="2250" spc="-9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62321"/>
                </a:solidFill>
                <a:latin typeface="Arial"/>
                <a:cs typeface="Arial"/>
              </a:rPr>
              <a:t>In </a:t>
            </a:r>
            <a:r>
              <a:rPr sz="2250" spc="-90" dirty="0">
                <a:solidFill>
                  <a:srgbClr val="262321"/>
                </a:solidFill>
                <a:latin typeface="Arial"/>
                <a:cs typeface="Arial"/>
              </a:rPr>
              <a:t>these</a:t>
            </a:r>
            <a:r>
              <a:rPr sz="2250" spc="-21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cases,</a:t>
            </a:r>
            <a:r>
              <a:rPr sz="2250" spc="-1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an</a:t>
            </a:r>
            <a:r>
              <a:rPr sz="2250" spc="-204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5" dirty="0">
                <a:solidFill>
                  <a:srgbClr val="262321"/>
                </a:solidFill>
                <a:latin typeface="Arial"/>
                <a:cs typeface="Arial"/>
              </a:rPr>
              <a:t>ambiguous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321"/>
                </a:solidFill>
                <a:latin typeface="Arial"/>
                <a:cs typeface="Arial"/>
              </a:rPr>
              <a:t>or</a:t>
            </a:r>
            <a:r>
              <a:rPr sz="2250" spc="-204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incorrect</a:t>
            </a:r>
            <a:r>
              <a:rPr sz="2250" spc="4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5" dirty="0">
                <a:solidFill>
                  <a:srgbClr val="262321"/>
                </a:solidFill>
                <a:latin typeface="Arial"/>
                <a:cs typeface="Arial"/>
              </a:rPr>
              <a:t>answer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delivered 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by</a:t>
            </a:r>
            <a:r>
              <a:rPr sz="2250" spc="-1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an</a:t>
            </a:r>
            <a:r>
              <a:rPr sz="2250" spc="-20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321"/>
                </a:solidFill>
                <a:latin typeface="Arial"/>
                <a:cs typeface="Arial"/>
              </a:rPr>
              <a:t>Al</a:t>
            </a:r>
            <a:r>
              <a:rPr sz="2250" spc="-2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can</a:t>
            </a:r>
            <a:r>
              <a:rPr sz="2250" spc="-25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have</a:t>
            </a:r>
            <a:r>
              <a:rPr sz="2250" spc="-13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383838"/>
                </a:solidFill>
                <a:latin typeface="Arial"/>
                <a:cs typeface="Arial"/>
              </a:rPr>
              <a:t>life-</a:t>
            </a:r>
            <a:r>
              <a:rPr sz="2250" spc="-85" dirty="0">
                <a:solidFill>
                  <a:srgbClr val="383838"/>
                </a:solidFill>
                <a:latin typeface="Arial"/>
                <a:cs typeface="Arial"/>
              </a:rPr>
              <a:t>changing</a:t>
            </a:r>
            <a:r>
              <a:rPr sz="2250" spc="-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62321"/>
                </a:solidFill>
                <a:latin typeface="Arial"/>
                <a:cs typeface="Arial"/>
              </a:rPr>
              <a:t>consequences.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2391" y="8751523"/>
            <a:ext cx="1581531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150" dirty="0">
                <a:solidFill>
                  <a:srgbClr val="262321"/>
                </a:solidFill>
                <a:latin typeface="Arial"/>
                <a:cs typeface="Arial"/>
              </a:rPr>
              <a:t>Our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62321"/>
                </a:solidFill>
                <a:latin typeface="Arial"/>
                <a:cs typeface="Arial"/>
              </a:rPr>
              <a:t>responsibilityis</a:t>
            </a:r>
            <a:r>
              <a:rPr sz="2250" spc="-2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321"/>
                </a:solidFill>
                <a:latin typeface="Arial"/>
                <a:cs typeface="Arial"/>
              </a:rPr>
              <a:t>to</a:t>
            </a:r>
            <a:r>
              <a:rPr sz="2250" spc="-229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62321"/>
                </a:solidFill>
                <a:latin typeface="Arial"/>
                <a:cs typeface="Arial"/>
              </a:rPr>
              <a:t>provide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sz="2250" spc="-2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114" dirty="0">
                <a:solidFill>
                  <a:srgbClr val="262321"/>
                </a:solidFill>
                <a:latin typeface="Arial"/>
                <a:cs typeface="Arial"/>
              </a:rPr>
              <a:t>granular,</a:t>
            </a:r>
            <a:r>
              <a:rPr sz="2250" spc="-11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structured</a:t>
            </a:r>
            <a:r>
              <a:rPr sz="2250" spc="-9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383838"/>
                </a:solidFill>
                <a:latin typeface="Arial"/>
                <a:cs typeface="Arial"/>
              </a:rPr>
              <a:t>information</a:t>
            </a:r>
            <a:r>
              <a:rPr sz="2250" spc="6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62321"/>
                </a:solidFill>
                <a:latin typeface="Arial"/>
                <a:cs typeface="Arial"/>
              </a:rPr>
              <a:t>that</a:t>
            </a:r>
            <a:r>
              <a:rPr sz="2250" spc="-2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20" dirty="0">
                <a:solidFill>
                  <a:srgbClr val="262321"/>
                </a:solidFill>
                <a:latin typeface="Arial"/>
                <a:cs typeface="Arial"/>
              </a:rPr>
              <a:t>ensures</a:t>
            </a:r>
            <a:r>
              <a:rPr sz="2250" spc="-14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321"/>
                </a:solidFill>
                <a:latin typeface="Arial"/>
                <a:cs typeface="Arial"/>
              </a:rPr>
              <a:t>Al</a:t>
            </a:r>
            <a:r>
              <a:rPr sz="2250" spc="-229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can</a:t>
            </a:r>
            <a:r>
              <a:rPr sz="2250" spc="-18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95" dirty="0">
                <a:solidFill>
                  <a:srgbClr val="262321"/>
                </a:solidFill>
                <a:latin typeface="Arial"/>
                <a:cs typeface="Arial"/>
              </a:rPr>
              <a:t>deliver</a:t>
            </a:r>
            <a:r>
              <a:rPr sz="2250" spc="-8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321"/>
                </a:solidFill>
                <a:latin typeface="Arial"/>
                <a:cs typeface="Arial"/>
              </a:rPr>
              <a:t>with</a:t>
            </a:r>
            <a:r>
              <a:rPr sz="2250" spc="-3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200" dirty="0">
                <a:solidFill>
                  <a:srgbClr val="262321"/>
                </a:solidFill>
                <a:latin typeface="Arial"/>
                <a:cs typeface="Arial"/>
              </a:rPr>
              <a:t>100%</a:t>
            </a:r>
            <a:r>
              <a:rPr sz="2250" spc="-6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62321"/>
                </a:solidFill>
                <a:latin typeface="Arial"/>
                <a:cs typeface="Arial"/>
              </a:rPr>
              <a:t>accuracy</a:t>
            </a:r>
            <a:r>
              <a:rPr sz="2250" spc="7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62321"/>
                </a:solidFill>
                <a:latin typeface="Arial"/>
                <a:cs typeface="Arial"/>
              </a:rPr>
              <a:t>when</a:t>
            </a:r>
            <a:r>
              <a:rPr sz="2250" spc="-220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383838"/>
                </a:solidFill>
                <a:latin typeface="Arial"/>
                <a:cs typeface="Arial"/>
              </a:rPr>
              <a:t>it</a:t>
            </a:r>
            <a:r>
              <a:rPr sz="22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62321"/>
                </a:solidFill>
                <a:latin typeface="Arial"/>
                <a:cs typeface="Arial"/>
              </a:rPr>
              <a:t>matters</a:t>
            </a:r>
            <a:r>
              <a:rPr sz="2250" spc="-65" dirty="0">
                <a:solidFill>
                  <a:srgbClr val="26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321"/>
                </a:solidFill>
                <a:latin typeface="Arial"/>
                <a:cs typeface="Arial"/>
              </a:rPr>
              <a:t>most.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5813" y="5055658"/>
            <a:ext cx="942532" cy="1174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2137" y="2604557"/>
            <a:ext cx="9807426" cy="60766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75587" y="5515238"/>
            <a:ext cx="2700655" cy="0"/>
          </a:xfrm>
          <a:custGeom>
            <a:avLst/>
            <a:gdLst/>
            <a:ahLst/>
            <a:cxnLst/>
            <a:rect l="l" t="t" r="r" b="b"/>
            <a:pathLst>
              <a:path w="2700654">
                <a:moveTo>
                  <a:pt x="0" y="0"/>
                </a:moveTo>
                <a:lnTo>
                  <a:pt x="270022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1061" y="5745028"/>
            <a:ext cx="2675255" cy="0"/>
          </a:xfrm>
          <a:custGeom>
            <a:avLst/>
            <a:gdLst/>
            <a:ahLst/>
            <a:cxnLst/>
            <a:rect l="l" t="t" r="r" b="b"/>
            <a:pathLst>
              <a:path w="2675254">
                <a:moveTo>
                  <a:pt x="0" y="0"/>
                </a:moveTo>
                <a:lnTo>
                  <a:pt x="267475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3700" spc="75" dirty="0">
                <a:solidFill>
                  <a:srgbClr val="3B3B3D"/>
                </a:solidFill>
              </a:rPr>
              <a:t>The</a:t>
            </a:r>
            <a:r>
              <a:rPr sz="3700" spc="130" dirty="0">
                <a:solidFill>
                  <a:srgbClr val="3B3B3D"/>
                </a:solidFill>
              </a:rPr>
              <a:t> </a:t>
            </a:r>
            <a:r>
              <a:rPr sz="3700" dirty="0">
                <a:solidFill>
                  <a:srgbClr val="3B3B3D"/>
                </a:solidFill>
              </a:rPr>
              <a:t>Blueprint:</a:t>
            </a:r>
            <a:r>
              <a:rPr sz="3700" spc="80" dirty="0">
                <a:solidFill>
                  <a:srgbClr val="3B3B3D"/>
                </a:solidFill>
              </a:rPr>
              <a:t> </a:t>
            </a:r>
            <a:r>
              <a:rPr sz="3700" spc="75" dirty="0">
                <a:solidFill>
                  <a:srgbClr val="3B3B3D"/>
                </a:solidFill>
              </a:rPr>
              <a:t>The</a:t>
            </a:r>
            <a:r>
              <a:rPr sz="3700" spc="120" dirty="0">
                <a:solidFill>
                  <a:srgbClr val="3B3B3D"/>
                </a:solidFill>
              </a:rPr>
              <a:t> </a:t>
            </a:r>
            <a:r>
              <a:rPr sz="3700" spc="45" dirty="0">
                <a:solidFill>
                  <a:srgbClr val="3B3B3D"/>
                </a:solidFill>
              </a:rPr>
              <a:t>Kinetic</a:t>
            </a:r>
            <a:r>
              <a:rPr sz="3700" spc="270" dirty="0">
                <a:solidFill>
                  <a:srgbClr val="3B3B3D"/>
                </a:solidFill>
              </a:rPr>
              <a:t> </a:t>
            </a:r>
            <a:r>
              <a:rPr sz="3700" dirty="0">
                <a:solidFill>
                  <a:srgbClr val="3B3B3D"/>
                </a:solidFill>
              </a:rPr>
              <a:t>Information</a:t>
            </a:r>
            <a:r>
              <a:rPr sz="3700" spc="195" dirty="0">
                <a:solidFill>
                  <a:srgbClr val="3B3B3D"/>
                </a:solidFill>
              </a:rPr>
              <a:t> </a:t>
            </a:r>
            <a:r>
              <a:rPr sz="3700" spc="80" dirty="0">
                <a:solidFill>
                  <a:srgbClr val="3B3B3D"/>
                </a:solidFill>
              </a:rPr>
              <a:t>Ecosystem</a:t>
            </a:r>
            <a:endParaRPr sz="3700"/>
          </a:p>
          <a:p>
            <a:pPr marL="25400" marR="5080" indent="-1905">
              <a:lnSpc>
                <a:spcPct val="108900"/>
              </a:lnSpc>
              <a:spcBef>
                <a:spcPts val="1070"/>
              </a:spcBef>
            </a:pP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To</a:t>
            </a:r>
            <a:r>
              <a:rPr sz="2000" b="0" spc="-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50" dirty="0">
                <a:solidFill>
                  <a:srgbClr val="3B3B3D"/>
                </a:solidFill>
                <a:latin typeface="Arial"/>
                <a:cs typeface="Arial"/>
              </a:rPr>
              <a:t>meet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the</a:t>
            </a:r>
            <a:r>
              <a:rPr sz="2000" b="0" spc="18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demands</a:t>
            </a:r>
            <a:r>
              <a:rPr sz="2000" b="0" spc="7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of</a:t>
            </a:r>
            <a:r>
              <a:rPr sz="2000" b="0" spc="29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Al,</a:t>
            </a:r>
            <a:r>
              <a:rPr sz="2000" b="0" spc="-4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5" dirty="0">
                <a:solidFill>
                  <a:srgbClr val="3B3B3D"/>
                </a:solidFill>
                <a:latin typeface="Arial"/>
                <a:cs typeface="Arial"/>
              </a:rPr>
              <a:t>we</a:t>
            </a:r>
            <a:r>
              <a:rPr sz="2000" b="0" spc="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ca</a:t>
            </a:r>
            <a:r>
              <a:rPr sz="2000" b="0" dirty="0">
                <a:solidFill>
                  <a:srgbClr val="1C1D1A"/>
                </a:solidFill>
                <a:latin typeface="Arial"/>
                <a:cs typeface="Arial"/>
              </a:rPr>
              <a:t>n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't</a:t>
            </a:r>
            <a:r>
              <a:rPr sz="2000" b="0" spc="31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55" dirty="0">
                <a:solidFill>
                  <a:srgbClr val="3B3B3D"/>
                </a:solidFill>
                <a:latin typeface="Arial"/>
                <a:cs typeface="Arial"/>
              </a:rPr>
              <a:t>just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5" dirty="0">
                <a:solidFill>
                  <a:srgbClr val="3B3B3D"/>
                </a:solidFill>
                <a:latin typeface="Arial"/>
                <a:cs typeface="Arial"/>
              </a:rPr>
              <a:t>fix</a:t>
            </a:r>
            <a:r>
              <a:rPr sz="2000" b="0" spc="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individual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problems.</a:t>
            </a:r>
            <a:r>
              <a:rPr sz="2000" b="0" spc="12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-35" dirty="0">
                <a:solidFill>
                  <a:srgbClr val="3B3B3D"/>
                </a:solidFill>
                <a:latin typeface="Arial"/>
                <a:cs typeface="Arial"/>
              </a:rPr>
              <a:t>We</a:t>
            </a:r>
            <a:r>
              <a:rPr sz="2000" b="0" spc="-4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5" dirty="0">
                <a:solidFill>
                  <a:srgbClr val="3B3B3D"/>
                </a:solidFill>
                <a:latin typeface="Arial"/>
                <a:cs typeface="Arial"/>
              </a:rPr>
              <a:t>need</a:t>
            </a:r>
            <a:r>
              <a:rPr sz="2000" b="0" spc="-14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5" dirty="0">
                <a:solidFill>
                  <a:srgbClr val="3B3B3D"/>
                </a:solidFill>
                <a:latin typeface="Arial"/>
                <a:cs typeface="Arial"/>
              </a:rPr>
              <a:t>a</a:t>
            </a:r>
            <a:r>
              <a:rPr sz="2000" b="0" spc="-5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5" dirty="0">
                <a:solidFill>
                  <a:srgbClr val="3B3B3D"/>
                </a:solidFill>
                <a:latin typeface="Arial"/>
                <a:cs typeface="Arial"/>
              </a:rPr>
              <a:t>new</a:t>
            </a:r>
            <a:r>
              <a:rPr sz="2000" b="0" spc="2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model</a:t>
            </a:r>
            <a:r>
              <a:rPr sz="2000" b="0" spc="-4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5" dirty="0">
                <a:solidFill>
                  <a:srgbClr val="3B3B3D"/>
                </a:solidFill>
                <a:latin typeface="Arial"/>
                <a:cs typeface="Arial"/>
              </a:rPr>
              <a:t>for</a:t>
            </a:r>
            <a:r>
              <a:rPr sz="2000" b="0" spc="2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5" dirty="0">
                <a:solidFill>
                  <a:srgbClr val="3B3B3D"/>
                </a:solidFill>
                <a:latin typeface="Arial"/>
                <a:cs typeface="Arial"/>
              </a:rPr>
              <a:t>our</a:t>
            </a:r>
            <a:r>
              <a:rPr sz="2000" b="0" spc="1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content.</a:t>
            </a:r>
            <a:r>
              <a:rPr sz="2000" b="0" spc="1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This</a:t>
            </a:r>
            <a:r>
              <a:rPr sz="2000" b="0" spc="-1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0" dirty="0">
                <a:solidFill>
                  <a:srgbClr val="3B3B3D"/>
                </a:solidFill>
                <a:latin typeface="Arial"/>
                <a:cs typeface="Arial"/>
              </a:rPr>
              <a:t>model</a:t>
            </a:r>
            <a:r>
              <a:rPr sz="2000" b="0" spc="-7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55" dirty="0">
                <a:solidFill>
                  <a:srgbClr val="3B3B3D"/>
                </a:solidFill>
                <a:latin typeface="Arial"/>
                <a:cs typeface="Arial"/>
              </a:rPr>
              <a:t>treats 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information</a:t>
            </a:r>
            <a:r>
              <a:rPr sz="2000" b="0" spc="8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not</a:t>
            </a:r>
            <a:r>
              <a:rPr sz="2000" b="0" spc="9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5" dirty="0">
                <a:solidFill>
                  <a:srgbClr val="3B3B3D"/>
                </a:solidFill>
                <a:latin typeface="Arial"/>
                <a:cs typeface="Arial"/>
              </a:rPr>
              <a:t>as</a:t>
            </a:r>
            <a:r>
              <a:rPr sz="2000" b="0" spc="-16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5" dirty="0">
                <a:solidFill>
                  <a:srgbClr val="3B3B3D"/>
                </a:solidFill>
                <a:latin typeface="Arial"/>
                <a:cs typeface="Arial"/>
              </a:rPr>
              <a:t>static</a:t>
            </a:r>
            <a:r>
              <a:rPr sz="2000" b="0" spc="-6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0" dirty="0">
                <a:solidFill>
                  <a:srgbClr val="3B3B3D"/>
                </a:solidFill>
                <a:latin typeface="Arial"/>
                <a:cs typeface="Arial"/>
              </a:rPr>
              <a:t>documentation,</a:t>
            </a:r>
            <a:r>
              <a:rPr sz="2000" b="0" spc="-16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95" dirty="0">
                <a:solidFill>
                  <a:srgbClr val="3B3B3D"/>
                </a:solidFill>
                <a:latin typeface="Arial"/>
                <a:cs typeface="Arial"/>
              </a:rPr>
              <a:t>but</a:t>
            </a:r>
            <a:r>
              <a:rPr sz="2000" b="0" spc="3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5" dirty="0">
                <a:solidFill>
                  <a:srgbClr val="3B3B3D"/>
                </a:solidFill>
                <a:latin typeface="Arial"/>
                <a:cs typeface="Arial"/>
              </a:rPr>
              <a:t>as</a:t>
            </a:r>
            <a:r>
              <a:rPr sz="2000" b="0" spc="-6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10" dirty="0">
                <a:solidFill>
                  <a:srgbClr val="3B3B3D"/>
                </a:solidFill>
                <a:latin typeface="Arial"/>
                <a:cs typeface="Arial"/>
              </a:rPr>
              <a:t>a</a:t>
            </a:r>
            <a:r>
              <a:rPr sz="2000" b="0" spc="-6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5" dirty="0">
                <a:solidFill>
                  <a:srgbClr val="3B3B3D"/>
                </a:solidFill>
                <a:latin typeface="Arial"/>
                <a:cs typeface="Arial"/>
              </a:rPr>
              <a:t>dynamic</a:t>
            </a:r>
            <a:r>
              <a:rPr sz="2000" b="0" spc="1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5" dirty="0">
                <a:solidFill>
                  <a:srgbClr val="3B3B3D"/>
                </a:solidFill>
                <a:latin typeface="Arial"/>
                <a:cs typeface="Arial"/>
              </a:rPr>
              <a:t>asset,</a:t>
            </a:r>
            <a:r>
              <a:rPr sz="2000" b="0" spc="-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0" dirty="0">
                <a:solidFill>
                  <a:srgbClr val="3B3B3D"/>
                </a:solidFill>
                <a:latin typeface="Arial"/>
                <a:cs typeface="Arial"/>
              </a:rPr>
              <a:t>ready</a:t>
            </a:r>
            <a:r>
              <a:rPr sz="2000" b="0" spc="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55" dirty="0">
                <a:solidFill>
                  <a:srgbClr val="3B3B3D"/>
                </a:solidFill>
                <a:latin typeface="Arial"/>
                <a:cs typeface="Arial"/>
              </a:rPr>
              <a:t>to</a:t>
            </a:r>
            <a:r>
              <a:rPr sz="2000" b="0" spc="17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be</a:t>
            </a:r>
            <a:r>
              <a:rPr sz="2000" b="0" spc="3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90" dirty="0">
                <a:solidFill>
                  <a:srgbClr val="3B3B3D"/>
                </a:solidFill>
                <a:latin typeface="Arial"/>
                <a:cs typeface="Arial"/>
              </a:rPr>
              <a:t>activated</a:t>
            </a:r>
            <a:r>
              <a:rPr sz="2000" b="0" spc="1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105" dirty="0">
                <a:solidFill>
                  <a:srgbClr val="3B3B3D"/>
                </a:solidFill>
                <a:latin typeface="Arial"/>
                <a:cs typeface="Arial"/>
              </a:rPr>
              <a:t>by</a:t>
            </a:r>
            <a:r>
              <a:rPr sz="2000" b="0" spc="-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5" dirty="0">
                <a:solidFill>
                  <a:srgbClr val="3B3B3D"/>
                </a:solidFill>
                <a:latin typeface="Arial"/>
                <a:cs typeface="Arial"/>
              </a:rPr>
              <a:t>an</a:t>
            </a:r>
            <a:r>
              <a:rPr sz="2000" b="0" spc="-13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0" dirty="0">
                <a:solidFill>
                  <a:srgbClr val="3B3B3D"/>
                </a:solidFill>
                <a:latin typeface="Arial"/>
                <a:cs typeface="Arial"/>
              </a:rPr>
              <a:t>externa</a:t>
            </a:r>
            <a:r>
              <a:rPr sz="2000" b="0" spc="80" dirty="0">
                <a:solidFill>
                  <a:srgbClr val="1C1D1A"/>
                </a:solidFill>
                <a:latin typeface="Arial"/>
                <a:cs typeface="Arial"/>
              </a:rPr>
              <a:t>l</a:t>
            </a:r>
            <a:r>
              <a:rPr sz="2000" b="0" spc="-40" dirty="0">
                <a:solidFill>
                  <a:srgbClr val="1C1D1A"/>
                </a:solidFill>
                <a:latin typeface="Arial"/>
                <a:cs typeface="Arial"/>
              </a:rPr>
              <a:t> </a:t>
            </a:r>
            <a:r>
              <a:rPr sz="2000" b="0" spc="160" dirty="0">
                <a:solidFill>
                  <a:srgbClr val="3B3B3D"/>
                </a:solidFill>
                <a:latin typeface="Arial"/>
                <a:cs typeface="Arial"/>
              </a:rPr>
              <a:t>stimulus-</a:t>
            </a:r>
            <a:r>
              <a:rPr sz="2000" b="0" spc="135" dirty="0">
                <a:solidFill>
                  <a:srgbClr val="3B3B3D"/>
                </a:solidFill>
                <a:latin typeface="Arial"/>
                <a:cs typeface="Arial"/>
              </a:rPr>
              <a:t>like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45" dirty="0">
                <a:solidFill>
                  <a:srgbClr val="3B3B3D"/>
                </a:solidFill>
                <a:latin typeface="Arial"/>
                <a:cs typeface="Arial"/>
              </a:rPr>
              <a:t>an 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Al</a:t>
            </a:r>
            <a:r>
              <a:rPr sz="2000" b="0" spc="-2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70" dirty="0">
                <a:solidFill>
                  <a:srgbClr val="3B3B3D"/>
                </a:solidFill>
                <a:latin typeface="Arial"/>
                <a:cs typeface="Arial"/>
              </a:rPr>
              <a:t>query</a:t>
            </a:r>
            <a:r>
              <a:rPr sz="2000" b="0" spc="70" dirty="0">
                <a:solidFill>
                  <a:srgbClr val="1C1D1A"/>
                </a:solidFill>
                <a:latin typeface="Arial"/>
                <a:cs typeface="Arial"/>
              </a:rPr>
              <a:t>.</a:t>
            </a:r>
            <a:r>
              <a:rPr sz="2000" b="0" spc="-210" dirty="0">
                <a:solidFill>
                  <a:srgbClr val="1C1D1A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3B3B3D"/>
                </a:solidFill>
                <a:latin typeface="Arial"/>
                <a:cs typeface="Arial"/>
              </a:rPr>
              <a:t>We</a:t>
            </a:r>
            <a:r>
              <a:rPr sz="2000" b="0" spc="-4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60" dirty="0">
                <a:solidFill>
                  <a:srgbClr val="3B3B3D"/>
                </a:solidFill>
                <a:latin typeface="Arial"/>
                <a:cs typeface="Arial"/>
              </a:rPr>
              <a:t>call</a:t>
            </a:r>
            <a:r>
              <a:rPr sz="2000" b="0" spc="-19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5" dirty="0">
                <a:solidFill>
                  <a:srgbClr val="3B3B3D"/>
                </a:solidFill>
                <a:latin typeface="Arial"/>
                <a:cs typeface="Arial"/>
              </a:rPr>
              <a:t>this</a:t>
            </a:r>
            <a:r>
              <a:rPr sz="2000" b="0" spc="-150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80" dirty="0">
                <a:solidFill>
                  <a:srgbClr val="3B3B3D"/>
                </a:solidFill>
                <a:latin typeface="Arial"/>
                <a:cs typeface="Arial"/>
              </a:rPr>
              <a:t>"Kinetic</a:t>
            </a:r>
            <a:r>
              <a:rPr sz="2000" b="0" spc="-5" dirty="0">
                <a:solidFill>
                  <a:srgbClr val="3B3B3D"/>
                </a:solidFill>
                <a:latin typeface="Arial"/>
                <a:cs typeface="Arial"/>
              </a:rPr>
              <a:t> </a:t>
            </a:r>
            <a:r>
              <a:rPr sz="2000" b="0" spc="45" dirty="0">
                <a:solidFill>
                  <a:srgbClr val="1C1D1A"/>
                </a:solidFill>
                <a:latin typeface="Arial"/>
                <a:cs typeface="Arial"/>
              </a:rPr>
              <a:t>I</a:t>
            </a:r>
            <a:r>
              <a:rPr sz="2000" b="0" spc="45" dirty="0">
                <a:solidFill>
                  <a:srgbClr val="3B3B3D"/>
                </a:solidFill>
                <a:latin typeface="Arial"/>
                <a:cs typeface="Arial"/>
              </a:rPr>
              <a:t>nformation."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1600"/>
              </a:lnSpc>
            </a:pPr>
            <a:r>
              <a:rPr sz="1300" b="0" spc="-70" dirty="0">
                <a:solidFill>
                  <a:srgbClr val="313134"/>
                </a:solidFill>
                <a:latin typeface="Arial"/>
                <a:cs typeface="Arial"/>
              </a:rPr>
              <a:t>I'S\</a:t>
            </a:r>
            <a:r>
              <a:rPr sz="1300" b="0" spc="-20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No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teboo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k</a:t>
            </a:r>
            <a:r>
              <a:rPr b="0" spc="-10" dirty="0">
                <a:solidFill>
                  <a:srgbClr val="313134"/>
                </a:solidFill>
                <a:latin typeface="Arial"/>
                <a:cs typeface="Arial"/>
              </a:rPr>
              <a:t>L</a:t>
            </a:r>
            <a:r>
              <a:rPr b="0" spc="-10" dirty="0">
                <a:solidFill>
                  <a:srgbClr val="1C1A18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22070" y="2885479"/>
            <a:ext cx="958215" cy="1119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0" dirty="0">
                <a:solidFill>
                  <a:srgbClr val="3B3B3D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2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850" spc="75" dirty="0">
                <a:solidFill>
                  <a:srgbClr val="CCAA8C"/>
                </a:solidFill>
                <a:latin typeface="Arial"/>
                <a:cs typeface="Arial"/>
              </a:rPr>
              <a:t>►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4097" y="4979127"/>
            <a:ext cx="12890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00" dirty="0">
                <a:solidFill>
                  <a:srgbClr val="A08C72"/>
                </a:solidFill>
                <a:latin typeface="Arial"/>
                <a:cs typeface="Arial"/>
              </a:rPr>
              <a:t>Al</a:t>
            </a:r>
            <a:r>
              <a:rPr sz="2400" spc="-15" dirty="0">
                <a:solidFill>
                  <a:srgbClr val="A08C72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A08C72"/>
                </a:solidFill>
                <a:latin typeface="Arial"/>
                <a:cs typeface="Arial"/>
              </a:rPr>
              <a:t>Query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07566" y="6957879"/>
            <a:ext cx="15811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5" dirty="0">
                <a:solidFill>
                  <a:srgbClr val="3B3B3D"/>
                </a:solidFill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75335" y="7583420"/>
            <a:ext cx="1016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3B3B3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65975" y="7660017"/>
            <a:ext cx="129539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0" dirty="0">
                <a:solidFill>
                  <a:srgbClr val="A08C72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75145" y="7608954"/>
            <a:ext cx="36576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100" dirty="0">
                <a:solidFill>
                  <a:srgbClr val="B89069"/>
                </a:solidFill>
                <a:latin typeface="Times New Roman"/>
                <a:cs typeface="Times New Roman"/>
              </a:rPr>
              <a:t>•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4717" y="293952"/>
            <a:ext cx="1066800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75" dirty="0">
                <a:solidFill>
                  <a:srgbClr val="363431"/>
                </a:solidFill>
              </a:rPr>
              <a:t>The</a:t>
            </a:r>
            <a:r>
              <a:rPr sz="4700" spc="-110" dirty="0">
                <a:solidFill>
                  <a:srgbClr val="363431"/>
                </a:solidFill>
              </a:rPr>
              <a:t> </a:t>
            </a:r>
            <a:r>
              <a:rPr sz="4700" dirty="0">
                <a:solidFill>
                  <a:srgbClr val="363431"/>
                </a:solidFill>
              </a:rPr>
              <a:t>Three</a:t>
            </a:r>
            <a:r>
              <a:rPr sz="4700" spc="200" dirty="0">
                <a:solidFill>
                  <a:srgbClr val="363431"/>
                </a:solidFill>
              </a:rPr>
              <a:t> </a:t>
            </a:r>
            <a:r>
              <a:rPr sz="4700" dirty="0">
                <a:solidFill>
                  <a:srgbClr val="363431"/>
                </a:solidFill>
              </a:rPr>
              <a:t>Pillars</a:t>
            </a:r>
            <a:r>
              <a:rPr sz="4700" spc="155" dirty="0">
                <a:solidFill>
                  <a:srgbClr val="363431"/>
                </a:solidFill>
              </a:rPr>
              <a:t> </a:t>
            </a:r>
            <a:r>
              <a:rPr sz="4700" spc="114" dirty="0">
                <a:solidFill>
                  <a:srgbClr val="363431"/>
                </a:solidFill>
              </a:rPr>
              <a:t>of</a:t>
            </a:r>
            <a:r>
              <a:rPr sz="4700" spc="-30" dirty="0">
                <a:solidFill>
                  <a:srgbClr val="363431"/>
                </a:solidFill>
              </a:rPr>
              <a:t> </a:t>
            </a:r>
            <a:r>
              <a:rPr sz="4700" spc="210" dirty="0">
                <a:solidFill>
                  <a:srgbClr val="363431"/>
                </a:solidFill>
              </a:rPr>
              <a:t>a</a:t>
            </a:r>
            <a:r>
              <a:rPr sz="4700" spc="-100" dirty="0">
                <a:solidFill>
                  <a:srgbClr val="363431"/>
                </a:solidFill>
              </a:rPr>
              <a:t> </a:t>
            </a:r>
            <a:r>
              <a:rPr sz="4700" dirty="0">
                <a:solidFill>
                  <a:srgbClr val="363431"/>
                </a:solidFill>
              </a:rPr>
              <a:t>Kinetic</a:t>
            </a:r>
            <a:r>
              <a:rPr sz="4700" spc="130" dirty="0">
                <a:solidFill>
                  <a:srgbClr val="363431"/>
                </a:solidFill>
              </a:rPr>
              <a:t> </a:t>
            </a:r>
            <a:r>
              <a:rPr sz="4700" spc="60" dirty="0">
                <a:solidFill>
                  <a:srgbClr val="363431"/>
                </a:solidFill>
              </a:rPr>
              <a:t>Ecosystem</a:t>
            </a:r>
            <a:endParaRPr sz="4700"/>
          </a:p>
        </p:txBody>
      </p:sp>
      <p:sp>
        <p:nvSpPr>
          <p:cNvPr id="3" name="object 3"/>
          <p:cNvSpPr txBox="1"/>
          <p:nvPr/>
        </p:nvSpPr>
        <p:spPr>
          <a:xfrm>
            <a:off x="1823262" y="1551417"/>
            <a:ext cx="2487930" cy="8832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89890">
              <a:lnSpc>
                <a:spcPts val="3320"/>
              </a:lnSpc>
              <a:spcBef>
                <a:spcPts val="305"/>
              </a:spcBef>
            </a:pPr>
            <a:r>
              <a:rPr sz="2850" spc="70" dirty="0">
                <a:solidFill>
                  <a:srgbClr val="262421"/>
                </a:solidFill>
                <a:latin typeface="Times New Roman"/>
                <a:cs typeface="Times New Roman"/>
              </a:rPr>
              <a:t>Authoring: </a:t>
            </a:r>
            <a:r>
              <a:rPr sz="2850" spc="110" dirty="0">
                <a:solidFill>
                  <a:srgbClr val="262421"/>
                </a:solidFill>
                <a:latin typeface="Times New Roman"/>
                <a:cs typeface="Times New Roman"/>
              </a:rPr>
              <a:t>The</a:t>
            </a:r>
            <a:r>
              <a:rPr sz="2850" spc="-45" dirty="0">
                <a:solidFill>
                  <a:srgbClr val="262421"/>
                </a:solidFill>
                <a:latin typeface="Times New Roman"/>
                <a:cs typeface="Times New Roman"/>
              </a:rPr>
              <a:t> </a:t>
            </a:r>
            <a:r>
              <a:rPr sz="2850" spc="80" dirty="0">
                <a:solidFill>
                  <a:srgbClr val="262421"/>
                </a:solidFill>
                <a:latin typeface="Times New Roman"/>
                <a:cs typeface="Times New Roman"/>
              </a:rPr>
              <a:t>Foundation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0751" y="3523787"/>
            <a:ext cx="117983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370" dirty="0">
                <a:solidFill>
                  <a:srgbClr val="4F4B46"/>
                </a:solidFill>
                <a:latin typeface="Arial"/>
                <a:cs typeface="Arial"/>
              </a:rPr>
              <a:t>□□□□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934" y="5349345"/>
            <a:ext cx="4159885" cy="69469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7620">
              <a:lnSpc>
                <a:spcPts val="2610"/>
              </a:lnSpc>
              <a:spcBef>
                <a:spcPts val="220"/>
              </a:spcBef>
            </a:pPr>
            <a:r>
              <a:rPr sz="2200" b="1" spc="-114" dirty="0">
                <a:solidFill>
                  <a:srgbClr val="070503"/>
                </a:solidFill>
                <a:latin typeface="Arial"/>
                <a:cs typeface="Arial"/>
              </a:rPr>
              <a:t>What</a:t>
            </a:r>
            <a:r>
              <a:rPr sz="2200" b="1" spc="-30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65" dirty="0">
                <a:solidFill>
                  <a:srgbClr val="070503"/>
                </a:solidFill>
                <a:latin typeface="Arial"/>
                <a:cs typeface="Arial"/>
              </a:rPr>
              <a:t>it</a:t>
            </a: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262421"/>
                </a:solidFill>
                <a:latin typeface="Arial"/>
                <a:cs typeface="Arial"/>
              </a:rPr>
              <a:t>is:</a:t>
            </a:r>
            <a:r>
              <a:rPr sz="2200" b="1" spc="-229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Creating</a:t>
            </a:r>
            <a:r>
              <a:rPr sz="2200" spc="-1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262421"/>
                </a:solidFill>
                <a:latin typeface="Arial"/>
                <a:cs typeface="Arial"/>
              </a:rPr>
              <a:t>componentized, 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semantically</a:t>
            </a:r>
            <a:r>
              <a:rPr sz="2200" spc="-60" dirty="0">
                <a:solidFill>
                  <a:srgbClr val="070503"/>
                </a:solidFill>
                <a:latin typeface="Arial"/>
                <a:cs typeface="Arial"/>
              </a:rPr>
              <a:t>-</a:t>
            </a:r>
            <a:r>
              <a:rPr sz="2200" spc="-55" dirty="0">
                <a:solidFill>
                  <a:srgbClr val="363431"/>
                </a:solidFill>
                <a:latin typeface="Arial"/>
                <a:cs typeface="Arial"/>
              </a:rPr>
              <a:t>rich</a:t>
            </a:r>
            <a:r>
              <a:rPr sz="2200" spc="-15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content.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687" y="6357872"/>
            <a:ext cx="4288155" cy="10394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1430">
              <a:lnSpc>
                <a:spcPct val="100899"/>
              </a:lnSpc>
              <a:spcBef>
                <a:spcPts val="85"/>
              </a:spcBef>
            </a:pPr>
            <a:r>
              <a:rPr sz="2200" b="1" spc="-114" dirty="0">
                <a:solidFill>
                  <a:srgbClr val="070503"/>
                </a:solidFill>
                <a:latin typeface="Arial"/>
                <a:cs typeface="Arial"/>
              </a:rPr>
              <a:t>The</a:t>
            </a:r>
            <a:r>
              <a:rPr sz="2200" b="1" spc="-19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145" dirty="0">
                <a:solidFill>
                  <a:srgbClr val="070503"/>
                </a:solidFill>
                <a:latin typeface="Arial"/>
                <a:cs typeface="Arial"/>
              </a:rPr>
              <a:t>Tool</a:t>
            </a:r>
            <a:r>
              <a:rPr sz="2200" b="1" spc="-145" dirty="0">
                <a:solidFill>
                  <a:srgbClr val="262421"/>
                </a:solidFill>
                <a:latin typeface="Arial"/>
                <a:cs typeface="Arial"/>
              </a:rPr>
              <a:t>:</a:t>
            </a:r>
            <a:r>
              <a:rPr sz="2200" b="1" spc="-3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262421"/>
                </a:solidFill>
                <a:latin typeface="Arial"/>
                <a:cs typeface="Arial"/>
              </a:rPr>
              <a:t>Production-</a:t>
            </a:r>
            <a:r>
              <a:rPr sz="2200" spc="-70" dirty="0">
                <a:solidFill>
                  <a:srgbClr val="262421"/>
                </a:solidFill>
                <a:latin typeface="Arial"/>
                <a:cs typeface="Arial"/>
              </a:rPr>
              <a:t>grade</a:t>
            </a:r>
            <a:r>
              <a:rPr sz="2200" spc="-25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262421"/>
                </a:solidFill>
                <a:latin typeface="Arial"/>
                <a:cs typeface="Arial"/>
              </a:rPr>
              <a:t>tools</a:t>
            </a:r>
            <a:r>
              <a:rPr sz="2200" spc="-5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63431"/>
                </a:solidFill>
                <a:latin typeface="Arial"/>
                <a:cs typeface="Arial"/>
              </a:rPr>
              <a:t>like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262421"/>
                </a:solidFill>
                <a:latin typeface="Arial"/>
                <a:cs typeface="Arial"/>
              </a:rPr>
              <a:t>CCMS,</a:t>
            </a:r>
            <a:r>
              <a:rPr sz="2200" spc="-15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62421"/>
                </a:solidFill>
                <a:latin typeface="Arial"/>
                <a:cs typeface="Arial"/>
              </a:rPr>
              <a:t>not</a:t>
            </a:r>
            <a:r>
              <a:rPr sz="2200" spc="-11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7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262421"/>
                </a:solidFill>
                <a:latin typeface="Arial"/>
                <a:cs typeface="Arial"/>
              </a:rPr>
              <a:t>'home</a:t>
            </a:r>
            <a:r>
              <a:rPr sz="2200" spc="-8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5" dirty="0">
                <a:solidFill>
                  <a:srgbClr val="262421"/>
                </a:solidFill>
                <a:latin typeface="Arial"/>
                <a:cs typeface="Arial"/>
              </a:rPr>
              <a:t>kitchen'</a:t>
            </a:r>
            <a:r>
              <a:rPr sz="2200" spc="-11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63431"/>
                </a:solidFill>
                <a:latin typeface="Arial"/>
                <a:cs typeface="Arial"/>
              </a:rPr>
              <a:t>setup 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like</a:t>
            </a:r>
            <a:r>
              <a:rPr sz="2200" spc="-20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262421"/>
                </a:solidFill>
                <a:latin typeface="Arial"/>
                <a:cs typeface="Arial"/>
              </a:rPr>
              <a:t>Microsoft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Word</a:t>
            </a:r>
            <a:r>
              <a:rPr sz="2200" spc="-10" dirty="0">
                <a:solidFill>
                  <a:srgbClr val="070503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013" y="7698316"/>
            <a:ext cx="4267835" cy="1370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15">
              <a:lnSpc>
                <a:spcPct val="100299"/>
              </a:lnSpc>
              <a:spcBef>
                <a:spcPts val="100"/>
              </a:spcBef>
            </a:pPr>
            <a:r>
              <a:rPr sz="2200" b="1" spc="-140" dirty="0">
                <a:solidFill>
                  <a:srgbClr val="070503"/>
                </a:solidFill>
                <a:latin typeface="Arial"/>
                <a:cs typeface="Arial"/>
              </a:rPr>
              <a:t>An</a:t>
            </a:r>
            <a:r>
              <a:rPr sz="2200" b="1" spc="-14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b="1" spc="-140" dirty="0">
                <a:solidFill>
                  <a:srgbClr val="070503"/>
                </a:solidFill>
                <a:latin typeface="Arial"/>
                <a:cs typeface="Arial"/>
              </a:rPr>
              <a:t>logy</a:t>
            </a:r>
            <a:r>
              <a:rPr sz="2200" b="1" spc="-140" dirty="0">
                <a:solidFill>
                  <a:srgbClr val="363431"/>
                </a:solidFill>
                <a:latin typeface="Arial"/>
                <a:cs typeface="Arial"/>
              </a:rPr>
              <a:t>:</a:t>
            </a:r>
            <a:r>
              <a:rPr sz="2200" b="1" spc="-38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2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Doughnut</a:t>
            </a:r>
            <a:r>
              <a:rPr sz="2200" spc="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63431"/>
                </a:solidFill>
                <a:latin typeface="Arial"/>
                <a:cs typeface="Arial"/>
              </a:rPr>
              <a:t>Factory.</a:t>
            </a:r>
            <a:r>
              <a:rPr sz="2200" spc="-1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150" dirty="0">
                <a:solidFill>
                  <a:srgbClr val="262421"/>
                </a:solidFill>
                <a:latin typeface="Arial"/>
                <a:cs typeface="Arial"/>
              </a:rPr>
              <a:t>You </a:t>
            </a:r>
            <a:r>
              <a:rPr sz="2200" spc="-35" dirty="0">
                <a:solidFill>
                  <a:srgbClr val="262421"/>
                </a:solidFill>
                <a:latin typeface="Arial"/>
                <a:cs typeface="Arial"/>
              </a:rPr>
              <a:t>can't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supply</a:t>
            </a:r>
            <a:r>
              <a:rPr sz="2200" spc="-7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62421"/>
                </a:solidFill>
                <a:latin typeface="Arial"/>
                <a:cs typeface="Arial"/>
              </a:rPr>
              <a:t>city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363431"/>
                </a:solidFill>
                <a:latin typeface="Arial"/>
                <a:cs typeface="Arial"/>
              </a:rPr>
              <a:t>from</a:t>
            </a:r>
            <a:r>
              <a:rPr sz="2200" spc="-19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your</a:t>
            </a:r>
            <a:r>
              <a:rPr sz="2200" spc="-6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62421"/>
                </a:solidFill>
                <a:latin typeface="Arial"/>
                <a:cs typeface="Arial"/>
              </a:rPr>
              <a:t>home 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kitchen;</a:t>
            </a:r>
            <a:r>
              <a:rPr sz="2200" spc="-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you</a:t>
            </a:r>
            <a:r>
              <a:rPr sz="2200" spc="-19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need</a:t>
            </a:r>
            <a:r>
              <a:rPr sz="2200" spc="-21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an</a:t>
            </a:r>
            <a:r>
              <a:rPr sz="2200" spc="-2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63431"/>
                </a:solidFill>
                <a:latin typeface="Arial"/>
                <a:cs typeface="Arial"/>
              </a:rPr>
              <a:t>industrial </a:t>
            </a:r>
            <a:r>
              <a:rPr sz="2200" spc="-55" dirty="0">
                <a:solidFill>
                  <a:srgbClr val="262421"/>
                </a:solidFill>
                <a:latin typeface="Arial"/>
                <a:cs typeface="Arial"/>
              </a:rPr>
              <a:t>production</a:t>
            </a:r>
            <a:r>
              <a:rPr sz="2200" spc="-7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line.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5254" y="1551417"/>
            <a:ext cx="4378325" cy="8705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4500" marR="5080" indent="-432434">
              <a:lnSpc>
                <a:spcPts val="3220"/>
              </a:lnSpc>
              <a:spcBef>
                <a:spcPts val="385"/>
              </a:spcBef>
            </a:pPr>
            <a:r>
              <a:rPr sz="2850" spc="85" dirty="0">
                <a:solidFill>
                  <a:srgbClr val="262421"/>
                </a:solidFill>
                <a:latin typeface="Times New Roman"/>
                <a:cs typeface="Times New Roman"/>
              </a:rPr>
              <a:t>Semantics</a:t>
            </a:r>
            <a:r>
              <a:rPr sz="2850" spc="120" dirty="0">
                <a:solidFill>
                  <a:srgbClr val="262421"/>
                </a:solidFill>
                <a:latin typeface="Times New Roman"/>
                <a:cs typeface="Times New Roman"/>
              </a:rPr>
              <a:t> </a:t>
            </a:r>
            <a:r>
              <a:rPr sz="2700" spc="125" dirty="0">
                <a:solidFill>
                  <a:srgbClr val="262421"/>
                </a:solidFill>
                <a:latin typeface="Arial"/>
                <a:cs typeface="Arial"/>
              </a:rPr>
              <a:t>&amp;</a:t>
            </a:r>
            <a:r>
              <a:rPr sz="2700" spc="2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850" spc="100" dirty="0">
                <a:solidFill>
                  <a:srgbClr val="262421"/>
                </a:solidFill>
                <a:latin typeface="Times New Roman"/>
                <a:cs typeface="Times New Roman"/>
              </a:rPr>
              <a:t>Orchestration: </a:t>
            </a:r>
            <a:r>
              <a:rPr sz="2850" spc="110" dirty="0">
                <a:solidFill>
                  <a:srgbClr val="262421"/>
                </a:solidFill>
                <a:latin typeface="Times New Roman"/>
                <a:cs typeface="Times New Roman"/>
              </a:rPr>
              <a:t>The</a:t>
            </a:r>
            <a:r>
              <a:rPr sz="2850" spc="30" dirty="0">
                <a:solidFill>
                  <a:srgbClr val="262421"/>
                </a:solidFill>
                <a:latin typeface="Times New Roman"/>
                <a:cs typeface="Times New Roman"/>
              </a:rPr>
              <a:t> </a:t>
            </a:r>
            <a:r>
              <a:rPr sz="2850" spc="60" dirty="0">
                <a:solidFill>
                  <a:srgbClr val="262421"/>
                </a:solidFill>
                <a:latin typeface="Times New Roman"/>
                <a:cs typeface="Times New Roman"/>
              </a:rPr>
              <a:t>Intelligence</a:t>
            </a:r>
            <a:r>
              <a:rPr sz="2850" spc="95" dirty="0">
                <a:solidFill>
                  <a:srgbClr val="262421"/>
                </a:solidFill>
                <a:latin typeface="Times New Roman"/>
                <a:cs typeface="Times New Roman"/>
              </a:rPr>
              <a:t> </a:t>
            </a:r>
            <a:r>
              <a:rPr sz="2850" spc="-10" dirty="0">
                <a:solidFill>
                  <a:srgbClr val="262421"/>
                </a:solidFill>
                <a:latin typeface="Times New Roman"/>
                <a:cs typeface="Times New Roman"/>
              </a:rPr>
              <a:t>Layer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0" y="5311047"/>
            <a:ext cx="4554855" cy="745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3390" marR="5080" indent="-441325">
              <a:lnSpc>
                <a:spcPct val="100499"/>
              </a:lnSpc>
              <a:spcBef>
                <a:spcPts val="95"/>
              </a:spcBef>
              <a:tabLst>
                <a:tab pos="449580" algn="l"/>
              </a:tabLst>
            </a:pPr>
            <a:r>
              <a:rPr sz="2500" u="heavy" spc="-550" dirty="0">
                <a:solidFill>
                  <a:srgbClr val="AFACA5"/>
                </a:solidFill>
                <a:uFill>
                  <a:solidFill>
                    <a:srgbClr val="AFACA5"/>
                  </a:solidFill>
                </a:uFill>
                <a:latin typeface="Arial"/>
                <a:cs typeface="Arial"/>
              </a:rPr>
              <a:t>&gt;</a:t>
            </a:r>
            <a:r>
              <a:rPr sz="2500" u="none" dirty="0">
                <a:solidFill>
                  <a:srgbClr val="AFACA5"/>
                </a:solidFill>
                <a:latin typeface="Arial"/>
                <a:cs typeface="Arial"/>
              </a:rPr>
              <a:t>	</a:t>
            </a:r>
            <a:r>
              <a:rPr sz="2200" b="1" u="none" spc="-130" dirty="0">
                <a:solidFill>
                  <a:srgbClr val="070503"/>
                </a:solidFill>
                <a:latin typeface="Arial"/>
                <a:cs typeface="Arial"/>
              </a:rPr>
              <a:t>Wh</a:t>
            </a:r>
            <a:r>
              <a:rPr sz="2200" b="1" u="none" spc="-13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b="1" u="none" spc="-130" dirty="0">
                <a:solidFill>
                  <a:srgbClr val="070503"/>
                </a:solidFill>
                <a:latin typeface="Arial"/>
                <a:cs typeface="Arial"/>
              </a:rPr>
              <a:t>t</a:t>
            </a:r>
            <a:r>
              <a:rPr sz="2200" b="1" u="none" spc="-26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u="none" spc="-75" dirty="0">
                <a:solidFill>
                  <a:srgbClr val="070503"/>
                </a:solidFill>
                <a:latin typeface="Arial"/>
                <a:cs typeface="Arial"/>
              </a:rPr>
              <a:t>it</a:t>
            </a:r>
            <a:r>
              <a:rPr sz="2200" b="1" u="none" spc="-9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u="none" spc="-45" dirty="0">
                <a:solidFill>
                  <a:srgbClr val="070503"/>
                </a:solidFill>
                <a:latin typeface="Arial"/>
                <a:cs typeface="Arial"/>
              </a:rPr>
              <a:t>is</a:t>
            </a:r>
            <a:r>
              <a:rPr sz="2200" b="1" u="none" spc="-45" dirty="0">
                <a:solidFill>
                  <a:srgbClr val="262421"/>
                </a:solidFill>
                <a:latin typeface="Arial"/>
                <a:cs typeface="Arial"/>
              </a:rPr>
              <a:t>:</a:t>
            </a:r>
            <a:r>
              <a:rPr sz="2200" b="1" u="none" spc="-37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90" dirty="0">
                <a:solidFill>
                  <a:srgbClr val="262421"/>
                </a:solidFill>
                <a:latin typeface="Arial"/>
                <a:cs typeface="Arial"/>
              </a:rPr>
              <a:t>Building</a:t>
            </a:r>
            <a:r>
              <a:rPr sz="2200" u="none" spc="-4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10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u="none" spc="-25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75" dirty="0">
                <a:solidFill>
                  <a:srgbClr val="262421"/>
                </a:solidFill>
                <a:latin typeface="Arial"/>
                <a:cs typeface="Arial"/>
              </a:rPr>
              <a:t>relationships </a:t>
            </a:r>
            <a:r>
              <a:rPr sz="2200" u="none" spc="-85" dirty="0">
                <a:solidFill>
                  <a:srgbClr val="262421"/>
                </a:solidFill>
                <a:latin typeface="Arial"/>
                <a:cs typeface="Arial"/>
              </a:rPr>
              <a:t>and</a:t>
            </a:r>
            <a:r>
              <a:rPr sz="2200" u="none" spc="-17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45" dirty="0">
                <a:solidFill>
                  <a:srgbClr val="262421"/>
                </a:solidFill>
                <a:latin typeface="Arial"/>
                <a:cs typeface="Arial"/>
              </a:rPr>
              <a:t>context</a:t>
            </a:r>
            <a:r>
              <a:rPr sz="2200" u="none" spc="-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105" dirty="0">
                <a:solidFill>
                  <a:srgbClr val="262421"/>
                </a:solidFill>
                <a:latin typeface="Arial"/>
                <a:cs typeface="Arial"/>
              </a:rPr>
              <a:t>around</a:t>
            </a:r>
            <a:r>
              <a:rPr sz="2200" u="none" spc="-17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u="none" spc="-10" dirty="0">
                <a:solidFill>
                  <a:srgbClr val="363431"/>
                </a:solidFill>
                <a:latin typeface="Arial"/>
                <a:cs typeface="Arial"/>
              </a:rPr>
              <a:t>the</a:t>
            </a:r>
            <a:r>
              <a:rPr sz="2200" u="none" spc="-22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u="none" spc="-10" dirty="0">
                <a:solidFill>
                  <a:srgbClr val="262421"/>
                </a:solidFill>
                <a:latin typeface="Arial"/>
                <a:cs typeface="Arial"/>
              </a:rPr>
              <a:t>content.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0149" y="6357872"/>
            <a:ext cx="3852545" cy="10394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175">
              <a:lnSpc>
                <a:spcPct val="100899"/>
              </a:lnSpc>
              <a:spcBef>
                <a:spcPts val="85"/>
              </a:spcBef>
            </a:pPr>
            <a:r>
              <a:rPr sz="2200" b="1" spc="-114" dirty="0">
                <a:solidFill>
                  <a:srgbClr val="070503"/>
                </a:solidFill>
                <a:latin typeface="Arial"/>
                <a:cs typeface="Arial"/>
              </a:rPr>
              <a:t>The</a:t>
            </a:r>
            <a:r>
              <a:rPr sz="2200" b="1" spc="-229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170" dirty="0">
                <a:solidFill>
                  <a:srgbClr val="070503"/>
                </a:solidFill>
                <a:latin typeface="Arial"/>
                <a:cs typeface="Arial"/>
              </a:rPr>
              <a:t>Tool:</a:t>
            </a:r>
            <a:r>
              <a:rPr sz="2200" b="1" spc="-22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262421"/>
                </a:solidFill>
                <a:latin typeface="Arial"/>
                <a:cs typeface="Arial"/>
              </a:rPr>
              <a:t>Knowledge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262421"/>
                </a:solidFill>
                <a:latin typeface="Arial"/>
                <a:cs typeface="Arial"/>
              </a:rPr>
              <a:t>Graphs</a:t>
            </a:r>
            <a:r>
              <a:rPr sz="2200" spc="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2421"/>
                </a:solidFill>
                <a:latin typeface="Arial"/>
                <a:cs typeface="Arial"/>
              </a:rPr>
              <a:t>and </a:t>
            </a:r>
            <a:r>
              <a:rPr sz="2200" spc="-80" dirty="0">
                <a:solidFill>
                  <a:srgbClr val="262421"/>
                </a:solidFill>
                <a:latin typeface="Arial"/>
                <a:cs typeface="Arial"/>
              </a:rPr>
              <a:t>Retrieval-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Augmented</a:t>
            </a:r>
            <a:r>
              <a:rPr sz="2200" spc="-11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2421"/>
                </a:solidFill>
                <a:latin typeface="Arial"/>
                <a:cs typeface="Arial"/>
              </a:rPr>
              <a:t>Generation </a:t>
            </a:r>
            <a:r>
              <a:rPr sz="2200" spc="-250" dirty="0">
                <a:solidFill>
                  <a:srgbClr val="262421"/>
                </a:solidFill>
                <a:latin typeface="Arial"/>
                <a:cs typeface="Arial"/>
              </a:rPr>
              <a:t>(RAG)</a:t>
            </a:r>
            <a:r>
              <a:rPr sz="2200" spc="-3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models</a:t>
            </a:r>
            <a:r>
              <a:rPr sz="2200" spc="-10" dirty="0">
                <a:solidFill>
                  <a:srgbClr val="070503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8849" y="7698316"/>
            <a:ext cx="4106545" cy="10394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35" algn="just">
              <a:lnSpc>
                <a:spcPct val="100899"/>
              </a:lnSpc>
              <a:spcBef>
                <a:spcPts val="85"/>
              </a:spcBef>
            </a:pPr>
            <a:r>
              <a:rPr sz="2200" b="1" spc="-100" dirty="0">
                <a:solidFill>
                  <a:srgbClr val="070503"/>
                </a:solidFill>
                <a:latin typeface="Arial"/>
                <a:cs typeface="Arial"/>
              </a:rPr>
              <a:t>An</a:t>
            </a:r>
            <a:r>
              <a:rPr sz="2200" b="1" spc="-10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b="1" spc="-100" dirty="0">
                <a:solidFill>
                  <a:srgbClr val="070503"/>
                </a:solidFill>
                <a:latin typeface="Arial"/>
                <a:cs typeface="Arial"/>
              </a:rPr>
              <a:t>logy: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4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262421"/>
                </a:solidFill>
                <a:latin typeface="Arial"/>
                <a:cs typeface="Arial"/>
              </a:rPr>
              <a:t>Mind</a:t>
            </a:r>
            <a:r>
              <a:rPr sz="2200" spc="-24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262421"/>
                </a:solidFill>
                <a:latin typeface="Arial"/>
                <a:cs typeface="Arial"/>
              </a:rPr>
              <a:t>Map.</a:t>
            </a:r>
            <a:r>
              <a:rPr sz="2200" spc="-1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2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knowledge</a:t>
            </a:r>
            <a:r>
              <a:rPr sz="2200" spc="-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graph</a:t>
            </a:r>
            <a:r>
              <a:rPr sz="2200" spc="-16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262421"/>
                </a:solidFill>
                <a:latin typeface="Arial"/>
                <a:cs typeface="Arial"/>
              </a:rPr>
              <a:t>isn't</a:t>
            </a:r>
            <a:r>
              <a:rPr sz="2200" spc="-14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4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simple</a:t>
            </a:r>
            <a:r>
              <a:rPr sz="2200" spc="-13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hierarchy;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45" dirty="0">
                <a:solidFill>
                  <a:srgbClr val="262421"/>
                </a:solidFill>
                <a:latin typeface="Arial"/>
                <a:cs typeface="Arial"/>
              </a:rPr>
              <a:t>it's</a:t>
            </a:r>
            <a:r>
              <a:rPr sz="2200" spc="-2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 web</a:t>
            </a:r>
            <a:r>
              <a:rPr sz="2200" spc="-19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of</a:t>
            </a:r>
            <a:r>
              <a:rPr sz="2200" spc="-14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63431"/>
                </a:solidFill>
                <a:latin typeface="Arial"/>
                <a:cs typeface="Arial"/>
              </a:rPr>
              <a:t>interconnected</a:t>
            </a:r>
            <a:r>
              <a:rPr sz="2200" spc="-30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concepts</a:t>
            </a:r>
            <a:r>
              <a:rPr sz="2200" spc="-40" dirty="0">
                <a:solidFill>
                  <a:srgbClr val="4F4B4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35061" y="1551417"/>
            <a:ext cx="3012440" cy="16243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612775" marR="5080" indent="501015">
              <a:lnSpc>
                <a:spcPts val="3220"/>
              </a:lnSpc>
              <a:spcBef>
                <a:spcPts val="385"/>
              </a:spcBef>
            </a:pPr>
            <a:r>
              <a:rPr sz="2850" spc="-10" dirty="0">
                <a:solidFill>
                  <a:srgbClr val="262421"/>
                </a:solidFill>
                <a:latin typeface="Times New Roman"/>
                <a:cs typeface="Times New Roman"/>
              </a:rPr>
              <a:t>Delivery: </a:t>
            </a:r>
            <a:r>
              <a:rPr sz="2850" spc="110" dirty="0">
                <a:solidFill>
                  <a:srgbClr val="262421"/>
                </a:solidFill>
                <a:latin typeface="Times New Roman"/>
                <a:cs typeface="Times New Roman"/>
              </a:rPr>
              <a:t>The</a:t>
            </a:r>
            <a:r>
              <a:rPr sz="2850" spc="-55" dirty="0">
                <a:solidFill>
                  <a:srgbClr val="262421"/>
                </a:solidFill>
                <a:latin typeface="Times New Roman"/>
                <a:cs typeface="Times New Roman"/>
              </a:rPr>
              <a:t> </a:t>
            </a:r>
            <a:r>
              <a:rPr sz="2850" spc="-10" dirty="0">
                <a:solidFill>
                  <a:srgbClr val="262421"/>
                </a:solidFill>
                <a:latin typeface="Times New Roman"/>
                <a:cs typeface="Times New Roman"/>
              </a:rPr>
              <a:t>Experience</a:t>
            </a: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  <a:tabLst>
                <a:tab pos="700405" algn="l"/>
              </a:tabLst>
            </a:pPr>
            <a:r>
              <a:rPr sz="3350" u="heavy" spc="320" dirty="0">
                <a:solidFill>
                  <a:srgbClr val="4F4B4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350" u="heavy" spc="-50" dirty="0">
                <a:solidFill>
                  <a:srgbClr val="4F4B4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350" u="heavy" dirty="0">
                <a:solidFill>
                  <a:srgbClr val="4F4B4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2259" y="3842940"/>
            <a:ext cx="5988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5470" algn="l"/>
              </a:tabLst>
            </a:pPr>
            <a:r>
              <a:rPr sz="1000" u="heavy" spc="-50" dirty="0">
                <a:solidFill>
                  <a:srgbClr val="706960"/>
                </a:solidFill>
                <a:uFill>
                  <a:solidFill>
                    <a:srgbClr val="706960"/>
                  </a:solidFill>
                </a:uFill>
                <a:latin typeface="Times New Roman"/>
                <a:cs typeface="Times New Roman"/>
              </a:rPr>
              <a:t>�</a:t>
            </a:r>
            <a:r>
              <a:rPr sz="1000" u="heavy" dirty="0">
                <a:solidFill>
                  <a:srgbClr val="706960"/>
                </a:solidFill>
                <a:uFill>
                  <a:solidFill>
                    <a:srgbClr val="70696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72604" y="3766343"/>
            <a:ext cx="297815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370" dirty="0">
                <a:solidFill>
                  <a:srgbClr val="9A9080"/>
                </a:solidFill>
                <a:latin typeface="Times New Roman"/>
                <a:cs typeface="Times New Roman"/>
              </a:rPr>
              <a:t>L::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91732" y="4162094"/>
            <a:ext cx="933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90" dirty="0">
                <a:solidFill>
                  <a:srgbClr val="4F4B46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22995" y="5017426"/>
            <a:ext cx="4269105" cy="10394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175">
              <a:lnSpc>
                <a:spcPct val="100899"/>
              </a:lnSpc>
              <a:spcBef>
                <a:spcPts val="85"/>
              </a:spcBef>
            </a:pPr>
            <a:r>
              <a:rPr sz="2200" b="1" spc="-90" dirty="0">
                <a:solidFill>
                  <a:srgbClr val="070503"/>
                </a:solidFill>
                <a:latin typeface="Arial"/>
                <a:cs typeface="Arial"/>
              </a:rPr>
              <a:t>What</a:t>
            </a:r>
            <a:r>
              <a:rPr sz="2200" b="1" spc="-30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45" dirty="0">
                <a:solidFill>
                  <a:srgbClr val="262421"/>
                </a:solidFill>
                <a:latin typeface="Arial"/>
                <a:cs typeface="Arial"/>
              </a:rPr>
              <a:t>i</a:t>
            </a:r>
            <a:r>
              <a:rPr sz="2200" b="1" spc="-45" dirty="0">
                <a:solidFill>
                  <a:srgbClr val="070503"/>
                </a:solidFill>
                <a:latin typeface="Arial"/>
                <a:cs typeface="Arial"/>
              </a:rPr>
              <a:t>t</a:t>
            </a:r>
            <a:r>
              <a:rPr sz="2200" b="1" spc="-15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75" dirty="0">
                <a:solidFill>
                  <a:srgbClr val="070503"/>
                </a:solidFill>
                <a:latin typeface="Arial"/>
                <a:cs typeface="Arial"/>
              </a:rPr>
              <a:t>i</a:t>
            </a:r>
            <a:r>
              <a:rPr sz="2200" b="1" spc="-75" dirty="0">
                <a:solidFill>
                  <a:srgbClr val="262421"/>
                </a:solidFill>
                <a:latin typeface="Arial"/>
                <a:cs typeface="Arial"/>
              </a:rPr>
              <a:t>s:</a:t>
            </a:r>
            <a:r>
              <a:rPr sz="2200" b="1" spc="-1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262421"/>
                </a:solidFill>
                <a:latin typeface="Arial"/>
                <a:cs typeface="Arial"/>
              </a:rPr>
              <a:t>Assembling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and</a:t>
            </a:r>
            <a:r>
              <a:rPr sz="2200" spc="-1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262421"/>
                </a:solidFill>
                <a:latin typeface="Arial"/>
                <a:cs typeface="Arial"/>
              </a:rPr>
              <a:t>delivering </a:t>
            </a:r>
            <a:r>
              <a:rPr sz="2200" spc="-10" dirty="0">
                <a:solidFill>
                  <a:srgbClr val="363431"/>
                </a:solidFill>
                <a:latin typeface="Arial"/>
                <a:cs typeface="Arial"/>
              </a:rPr>
              <a:t>the</a:t>
            </a:r>
            <a:r>
              <a:rPr sz="2200" spc="-16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62421"/>
                </a:solidFill>
                <a:latin typeface="Arial"/>
                <a:cs typeface="Arial"/>
              </a:rPr>
              <a:t>right</a:t>
            </a:r>
            <a:r>
              <a:rPr sz="2200" spc="-1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63431"/>
                </a:solidFill>
                <a:latin typeface="Arial"/>
                <a:cs typeface="Arial"/>
              </a:rPr>
              <a:t>content</a:t>
            </a:r>
            <a:r>
              <a:rPr sz="2200" spc="20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63431"/>
                </a:solidFill>
                <a:latin typeface="Arial"/>
                <a:cs typeface="Arial"/>
              </a:rPr>
              <a:t>to</a:t>
            </a:r>
            <a:r>
              <a:rPr sz="2200" spc="-185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16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30" dirty="0">
                <a:solidFill>
                  <a:srgbClr val="262421"/>
                </a:solidFill>
                <a:latin typeface="Arial"/>
                <a:cs typeface="Arial"/>
              </a:rPr>
              <a:t>right</a:t>
            </a:r>
            <a:r>
              <a:rPr sz="2200" spc="-18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63431"/>
                </a:solidFill>
                <a:latin typeface="Arial"/>
                <a:cs typeface="Arial"/>
              </a:rPr>
              <a:t>user</a:t>
            </a:r>
            <a:r>
              <a:rPr sz="2200" spc="-120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62421"/>
                </a:solidFill>
                <a:latin typeface="Arial"/>
                <a:cs typeface="Arial"/>
              </a:rPr>
              <a:t>in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18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right</a:t>
            </a:r>
            <a:r>
              <a:rPr sz="2200" spc="-114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format.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17517" y="6357872"/>
            <a:ext cx="4192270" cy="103949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6510">
              <a:lnSpc>
                <a:spcPct val="100899"/>
              </a:lnSpc>
              <a:spcBef>
                <a:spcPts val="85"/>
              </a:spcBef>
            </a:pPr>
            <a:r>
              <a:rPr sz="2200" b="1" spc="-140" dirty="0">
                <a:solidFill>
                  <a:srgbClr val="070503"/>
                </a:solidFill>
                <a:latin typeface="Arial"/>
                <a:cs typeface="Arial"/>
              </a:rPr>
              <a:t>The</a:t>
            </a:r>
            <a:r>
              <a:rPr sz="2200" b="1" spc="-20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Ch</a:t>
            </a:r>
            <a:r>
              <a:rPr sz="2200" b="1" spc="-13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nn</a:t>
            </a:r>
            <a:r>
              <a:rPr sz="2200" b="1" spc="-130" dirty="0">
                <a:solidFill>
                  <a:srgbClr val="262421"/>
                </a:solidFill>
                <a:latin typeface="Arial"/>
                <a:cs typeface="Arial"/>
              </a:rPr>
              <a:t>e</a:t>
            </a: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l</a:t>
            </a:r>
            <a:r>
              <a:rPr sz="2200" b="1" spc="-130" dirty="0">
                <a:solidFill>
                  <a:srgbClr val="262421"/>
                </a:solidFill>
                <a:latin typeface="Arial"/>
                <a:cs typeface="Arial"/>
              </a:rPr>
              <a:t>:</a:t>
            </a:r>
            <a:r>
              <a:rPr sz="2200" b="1" spc="-31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262421"/>
                </a:solidFill>
                <a:latin typeface="Arial"/>
                <a:cs typeface="Arial"/>
              </a:rPr>
              <a:t>Can</a:t>
            </a:r>
            <a:r>
              <a:rPr sz="2200" spc="-18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2421"/>
                </a:solidFill>
                <a:latin typeface="Arial"/>
                <a:cs typeface="Arial"/>
              </a:rPr>
              <a:t>be</a:t>
            </a:r>
            <a:r>
              <a:rPr sz="2200" spc="-2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262421"/>
                </a:solidFill>
                <a:latin typeface="Arial"/>
                <a:cs typeface="Arial"/>
              </a:rPr>
              <a:t>anything: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262421"/>
                </a:solidFill>
                <a:latin typeface="Arial"/>
                <a:cs typeface="Arial"/>
              </a:rPr>
              <a:t>PDF, 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HTML</a:t>
            </a:r>
            <a:r>
              <a:rPr sz="2200" spc="-100" dirty="0">
                <a:solidFill>
                  <a:srgbClr val="4F4B46"/>
                </a:solidFill>
                <a:latin typeface="Arial"/>
                <a:cs typeface="Arial"/>
              </a:rPr>
              <a:t>,</a:t>
            </a:r>
            <a:r>
              <a:rPr sz="2200" spc="-295" dirty="0">
                <a:solidFill>
                  <a:srgbClr val="4F4B46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262421"/>
                </a:solidFill>
                <a:latin typeface="Arial"/>
                <a:cs typeface="Arial"/>
              </a:rPr>
              <a:t>Chatbot,</a:t>
            </a:r>
            <a:r>
              <a:rPr sz="2200" spc="-5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262421"/>
                </a:solidFill>
                <a:latin typeface="Arial"/>
                <a:cs typeface="Arial"/>
              </a:rPr>
              <a:t>Augmented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Reality 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g</a:t>
            </a:r>
            <a:r>
              <a:rPr sz="2200" spc="-100" dirty="0">
                <a:solidFill>
                  <a:srgbClr val="4F4B46"/>
                </a:solidFill>
                <a:latin typeface="Arial"/>
                <a:cs typeface="Arial"/>
              </a:rPr>
              <a:t>l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asses,</a:t>
            </a:r>
            <a:r>
              <a:rPr sz="2200" spc="-1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62421"/>
                </a:solidFill>
                <a:latin typeface="Arial"/>
                <a:cs typeface="Arial"/>
              </a:rPr>
              <a:t>etc.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21721" y="7698316"/>
            <a:ext cx="5180965" cy="193928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27075" indent="5715">
              <a:lnSpc>
                <a:spcPct val="100899"/>
              </a:lnSpc>
              <a:spcBef>
                <a:spcPts val="85"/>
              </a:spcBef>
            </a:pP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An</a:t>
            </a:r>
            <a:r>
              <a:rPr sz="2200" b="1" spc="-13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b="1" spc="-130" dirty="0">
                <a:solidFill>
                  <a:srgbClr val="070503"/>
                </a:solidFill>
                <a:latin typeface="Arial"/>
                <a:cs typeface="Arial"/>
              </a:rPr>
              <a:t>logy</a:t>
            </a:r>
            <a:r>
              <a:rPr sz="2200" b="1" spc="-130" dirty="0">
                <a:solidFill>
                  <a:srgbClr val="262421"/>
                </a:solidFill>
                <a:latin typeface="Arial"/>
                <a:cs typeface="Arial"/>
              </a:rPr>
              <a:t>:</a:t>
            </a:r>
            <a:r>
              <a:rPr sz="2200" b="1" spc="-35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26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262421"/>
                </a:solidFill>
                <a:latin typeface="Arial"/>
                <a:cs typeface="Arial"/>
              </a:rPr>
              <a:t>Fina</a:t>
            </a:r>
            <a:r>
              <a:rPr sz="2200" spc="-75" dirty="0">
                <a:solidFill>
                  <a:srgbClr val="070503"/>
                </a:solidFill>
                <a:latin typeface="Arial"/>
                <a:cs typeface="Arial"/>
              </a:rPr>
              <a:t>l</a:t>
            </a:r>
            <a:r>
              <a:rPr sz="2200" spc="-22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262421"/>
                </a:solidFill>
                <a:latin typeface="Arial"/>
                <a:cs typeface="Arial"/>
              </a:rPr>
              <a:t>Product.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1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62421"/>
                </a:solidFill>
                <a:latin typeface="Arial"/>
                <a:cs typeface="Arial"/>
              </a:rPr>
              <a:t>same </a:t>
            </a:r>
            <a:r>
              <a:rPr sz="2200" spc="-60" dirty="0">
                <a:solidFill>
                  <a:srgbClr val="363431"/>
                </a:solidFill>
                <a:latin typeface="Arial"/>
                <a:cs typeface="Arial"/>
              </a:rPr>
              <a:t>'dough'</a:t>
            </a:r>
            <a:r>
              <a:rPr sz="2200" spc="-90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from</a:t>
            </a:r>
            <a:r>
              <a:rPr sz="2200" spc="-11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the</a:t>
            </a:r>
            <a:r>
              <a:rPr sz="2200" spc="-16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62421"/>
                </a:solidFill>
                <a:latin typeface="Arial"/>
                <a:cs typeface="Arial"/>
              </a:rPr>
              <a:t>factory </a:t>
            </a:r>
            <a:r>
              <a:rPr sz="2200" spc="-70" dirty="0">
                <a:solidFill>
                  <a:srgbClr val="262421"/>
                </a:solidFill>
                <a:latin typeface="Arial"/>
                <a:cs typeface="Arial"/>
              </a:rPr>
              <a:t>can</a:t>
            </a:r>
            <a:r>
              <a:rPr sz="2200" spc="-23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become</a:t>
            </a:r>
            <a:r>
              <a:rPr sz="2200" spc="-1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262421"/>
                </a:solidFill>
                <a:latin typeface="Arial"/>
                <a:cs typeface="Arial"/>
              </a:rPr>
              <a:t>a </a:t>
            </a:r>
            <a:r>
              <a:rPr sz="2200" spc="-100" dirty="0">
                <a:solidFill>
                  <a:srgbClr val="262421"/>
                </a:solidFill>
                <a:latin typeface="Arial"/>
                <a:cs typeface="Arial"/>
              </a:rPr>
              <a:t>glazed</a:t>
            </a:r>
            <a:r>
              <a:rPr sz="2200" spc="-1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donut,</a:t>
            </a:r>
            <a:r>
              <a:rPr sz="2200" spc="-1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9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2421"/>
                </a:solidFill>
                <a:latin typeface="Arial"/>
                <a:cs typeface="Arial"/>
              </a:rPr>
              <a:t>filled</a:t>
            </a:r>
            <a:r>
              <a:rPr sz="2200" spc="-1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donut,</a:t>
            </a:r>
            <a:r>
              <a:rPr sz="2200" spc="-26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62421"/>
                </a:solidFill>
                <a:latin typeface="Arial"/>
                <a:cs typeface="Arial"/>
              </a:rPr>
              <a:t>or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262421"/>
                </a:solidFill>
                <a:latin typeface="Arial"/>
                <a:cs typeface="Arial"/>
              </a:rPr>
              <a:t>a</a:t>
            </a:r>
            <a:r>
              <a:rPr sz="2200" spc="-1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donut </a:t>
            </a:r>
            <a:r>
              <a:rPr sz="2200" spc="-60" dirty="0">
                <a:solidFill>
                  <a:srgbClr val="262421"/>
                </a:solidFill>
                <a:latin typeface="Arial"/>
                <a:cs typeface="Arial"/>
              </a:rPr>
              <a:t>hole,</a:t>
            </a:r>
            <a:r>
              <a:rPr sz="2200" spc="-24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262421"/>
                </a:solidFill>
                <a:latin typeface="Arial"/>
                <a:cs typeface="Arial"/>
              </a:rPr>
              <a:t>depending</a:t>
            </a:r>
            <a:r>
              <a:rPr sz="2200" spc="-25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262421"/>
                </a:solidFill>
                <a:latin typeface="Arial"/>
                <a:cs typeface="Arial"/>
              </a:rPr>
              <a:t>on</a:t>
            </a:r>
            <a:r>
              <a:rPr sz="2200" spc="-120" dirty="0">
                <a:solidFill>
                  <a:srgbClr val="262421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363431"/>
                </a:solidFill>
                <a:latin typeface="Arial"/>
                <a:cs typeface="Arial"/>
              </a:rPr>
              <a:t>the</a:t>
            </a:r>
            <a:r>
              <a:rPr sz="2200" spc="-200" dirty="0">
                <a:solidFill>
                  <a:srgbClr val="36343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62421"/>
                </a:solidFill>
                <a:latin typeface="Arial"/>
                <a:cs typeface="Arial"/>
              </a:rPr>
              <a:t>customer's order.</a:t>
            </a:r>
            <a:endParaRPr sz="2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0"/>
              </a:spcBef>
            </a:pPr>
            <a:r>
              <a:rPr sz="1450" spc="-145" dirty="0">
                <a:solidFill>
                  <a:srgbClr val="363431"/>
                </a:solidFill>
                <a:latin typeface="Times New Roman"/>
                <a:cs typeface="Times New Roman"/>
              </a:rPr>
              <a:t>/iS\</a:t>
            </a:r>
            <a:r>
              <a:rPr sz="1450" spc="-15" dirty="0">
                <a:solidFill>
                  <a:srgbClr val="363431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262421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15" y="5591836"/>
            <a:ext cx="3591811" cy="12255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90142" y="1966250"/>
            <a:ext cx="0" cy="4851400"/>
          </a:xfrm>
          <a:custGeom>
            <a:avLst/>
            <a:gdLst/>
            <a:ahLst/>
            <a:cxnLst/>
            <a:rect l="l" t="t" r="r" b="b"/>
            <a:pathLst>
              <a:path h="4851400">
                <a:moveTo>
                  <a:pt x="0" y="48511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56253" y="2681154"/>
            <a:ext cx="0" cy="4136390"/>
          </a:xfrm>
          <a:custGeom>
            <a:avLst/>
            <a:gdLst/>
            <a:ahLst/>
            <a:cxnLst/>
            <a:rect l="l" t="t" r="r" b="b"/>
            <a:pathLst>
              <a:path h="4136390">
                <a:moveTo>
                  <a:pt x="0" y="41362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84380" y="2681154"/>
            <a:ext cx="0" cy="4136390"/>
          </a:xfrm>
          <a:custGeom>
            <a:avLst/>
            <a:gdLst/>
            <a:ahLst/>
            <a:cxnLst/>
            <a:rect l="l" t="t" r="r" b="b"/>
            <a:pathLst>
              <a:path h="4136390">
                <a:moveTo>
                  <a:pt x="0" y="4136229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37753" y="1966250"/>
            <a:ext cx="0" cy="4851400"/>
          </a:xfrm>
          <a:custGeom>
            <a:avLst/>
            <a:gdLst/>
            <a:ahLst/>
            <a:cxnLst/>
            <a:rect l="l" t="t" r="r" b="b"/>
            <a:pathLst>
              <a:path h="4851400">
                <a:moveTo>
                  <a:pt x="0" y="48511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164669" y="1966250"/>
            <a:ext cx="10469880" cy="4851400"/>
            <a:chOff x="6164669" y="1966250"/>
            <a:chExt cx="10469880" cy="4851400"/>
          </a:xfrm>
        </p:grpSpPr>
        <p:sp>
          <p:nvSpPr>
            <p:cNvPr id="8" name="object 8"/>
            <p:cNvSpPr/>
            <p:nvPr/>
          </p:nvSpPr>
          <p:spPr>
            <a:xfrm>
              <a:off x="16596205" y="1966250"/>
              <a:ext cx="0" cy="4851400"/>
            </a:xfrm>
            <a:custGeom>
              <a:avLst/>
              <a:gdLst/>
              <a:ahLst/>
              <a:cxnLst/>
              <a:rect l="l" t="t" r="r" b="b"/>
              <a:pathLst>
                <a:path h="4851400">
                  <a:moveTo>
                    <a:pt x="0" y="4851133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64669" y="1991782"/>
              <a:ext cx="10469880" cy="715010"/>
            </a:xfrm>
            <a:custGeom>
              <a:avLst/>
              <a:gdLst/>
              <a:ahLst/>
              <a:cxnLst/>
              <a:rect l="l" t="t" r="r" b="b"/>
              <a:pathLst>
                <a:path w="10469880" h="715010">
                  <a:moveTo>
                    <a:pt x="0" y="0"/>
                  </a:moveTo>
                  <a:lnTo>
                    <a:pt x="10469747" y="0"/>
                  </a:lnTo>
                </a:path>
                <a:path w="10469880" h="715010">
                  <a:moveTo>
                    <a:pt x="866110" y="714903"/>
                  </a:moveTo>
                  <a:lnTo>
                    <a:pt x="4457921" y="714903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64669" y="2962009"/>
              <a:ext cx="10469880" cy="2847340"/>
            </a:xfrm>
            <a:custGeom>
              <a:avLst/>
              <a:gdLst/>
              <a:ahLst/>
              <a:cxnLst/>
              <a:rect l="l" t="t" r="r" b="b"/>
              <a:pathLst>
                <a:path w="10469880" h="2847340">
                  <a:moveTo>
                    <a:pt x="4406974" y="0"/>
                  </a:moveTo>
                  <a:lnTo>
                    <a:pt x="10469747" y="0"/>
                  </a:lnTo>
                </a:path>
                <a:path w="10469880" h="2847340">
                  <a:moveTo>
                    <a:pt x="0" y="0"/>
                  </a:moveTo>
                  <a:lnTo>
                    <a:pt x="917058" y="0"/>
                  </a:lnTo>
                </a:path>
                <a:path w="10469880" h="2847340">
                  <a:moveTo>
                    <a:pt x="4406974" y="957460"/>
                  </a:moveTo>
                  <a:lnTo>
                    <a:pt x="10469747" y="957460"/>
                  </a:lnTo>
                </a:path>
                <a:path w="10469880" h="2847340">
                  <a:moveTo>
                    <a:pt x="0" y="957460"/>
                  </a:moveTo>
                  <a:lnTo>
                    <a:pt x="917058" y="957460"/>
                  </a:lnTo>
                </a:path>
                <a:path w="10469880" h="2847340">
                  <a:moveTo>
                    <a:pt x="4406974" y="1863856"/>
                  </a:moveTo>
                  <a:lnTo>
                    <a:pt x="10469747" y="1863856"/>
                  </a:lnTo>
                </a:path>
                <a:path w="10469880" h="2847340">
                  <a:moveTo>
                    <a:pt x="0" y="1863856"/>
                  </a:moveTo>
                  <a:lnTo>
                    <a:pt x="917058" y="1863856"/>
                  </a:lnTo>
                </a:path>
                <a:path w="10469880" h="2847340">
                  <a:moveTo>
                    <a:pt x="4406974" y="2846849"/>
                  </a:moveTo>
                  <a:lnTo>
                    <a:pt x="6088247" y="2846849"/>
                  </a:lnTo>
                </a:path>
                <a:path w="10469880" h="2847340">
                  <a:moveTo>
                    <a:pt x="9680058" y="2846849"/>
                  </a:moveTo>
                  <a:lnTo>
                    <a:pt x="10469747" y="2846849"/>
                  </a:lnTo>
                </a:path>
                <a:path w="10469880" h="2847340">
                  <a:moveTo>
                    <a:pt x="0" y="2846849"/>
                  </a:moveTo>
                  <a:lnTo>
                    <a:pt x="917058" y="2846849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64669" y="6779085"/>
              <a:ext cx="10469880" cy="0"/>
            </a:xfrm>
            <a:custGeom>
              <a:avLst/>
              <a:gdLst/>
              <a:ahLst/>
              <a:cxnLst/>
              <a:rect l="l" t="t" r="r" b="b"/>
              <a:pathLst>
                <a:path w="10469880">
                  <a:moveTo>
                    <a:pt x="9680058" y="0"/>
                  </a:moveTo>
                  <a:lnTo>
                    <a:pt x="10469747" y="0"/>
                  </a:lnTo>
                </a:path>
                <a:path w="10469880">
                  <a:moveTo>
                    <a:pt x="0" y="0"/>
                  </a:moveTo>
                  <a:lnTo>
                    <a:pt x="6088247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873228" y="587573"/>
            <a:ext cx="1569339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80" dirty="0">
                <a:solidFill>
                  <a:srgbClr val="2F2D2B"/>
                </a:solidFill>
              </a:rPr>
              <a:t>Structure</a:t>
            </a:r>
            <a:r>
              <a:rPr sz="4700" spc="60" dirty="0">
                <a:solidFill>
                  <a:srgbClr val="2F2D2B"/>
                </a:solidFill>
              </a:rPr>
              <a:t> </a:t>
            </a:r>
            <a:r>
              <a:rPr sz="4700" dirty="0">
                <a:solidFill>
                  <a:srgbClr val="2F2D2B"/>
                </a:solidFill>
              </a:rPr>
              <a:t>isn't</a:t>
            </a:r>
            <a:r>
              <a:rPr sz="4700" spc="-260" dirty="0">
                <a:solidFill>
                  <a:srgbClr val="2F2D2B"/>
                </a:solidFill>
              </a:rPr>
              <a:t> </a:t>
            </a:r>
            <a:r>
              <a:rPr sz="4700" dirty="0">
                <a:solidFill>
                  <a:srgbClr val="2F2D2B"/>
                </a:solidFill>
              </a:rPr>
              <a:t>a</a:t>
            </a:r>
            <a:r>
              <a:rPr sz="4700" spc="-120" dirty="0">
                <a:solidFill>
                  <a:srgbClr val="2F2D2B"/>
                </a:solidFill>
              </a:rPr>
              <a:t> </a:t>
            </a:r>
            <a:r>
              <a:rPr sz="4700" spc="160" dirty="0">
                <a:solidFill>
                  <a:srgbClr val="2F2D2B"/>
                </a:solidFill>
              </a:rPr>
              <a:t>suggestion.</a:t>
            </a:r>
            <a:r>
              <a:rPr sz="4700" spc="229" dirty="0">
                <a:solidFill>
                  <a:srgbClr val="2F2D2B"/>
                </a:solidFill>
              </a:rPr>
              <a:t> </a:t>
            </a:r>
            <a:r>
              <a:rPr sz="4700" spc="-60" dirty="0">
                <a:solidFill>
                  <a:srgbClr val="2F2D2B"/>
                </a:solidFill>
              </a:rPr>
              <a:t>It's</a:t>
            </a:r>
            <a:r>
              <a:rPr sz="4700" spc="-300" dirty="0">
                <a:solidFill>
                  <a:srgbClr val="2F2D2B"/>
                </a:solidFill>
              </a:rPr>
              <a:t> </a:t>
            </a:r>
            <a:r>
              <a:rPr sz="4700" dirty="0">
                <a:solidFill>
                  <a:srgbClr val="2F2D2B"/>
                </a:solidFill>
              </a:rPr>
              <a:t>a</a:t>
            </a:r>
            <a:r>
              <a:rPr sz="4700" spc="20" dirty="0">
                <a:solidFill>
                  <a:srgbClr val="2F2D2B"/>
                </a:solidFill>
              </a:rPr>
              <a:t> </a:t>
            </a:r>
            <a:r>
              <a:rPr sz="4700" spc="105" dirty="0">
                <a:solidFill>
                  <a:srgbClr val="2F2D2B"/>
                </a:solidFill>
              </a:rPr>
              <a:t>mathematical</a:t>
            </a:r>
            <a:r>
              <a:rPr sz="4700" spc="300" dirty="0">
                <a:solidFill>
                  <a:srgbClr val="2F2D2B"/>
                </a:solidFill>
              </a:rPr>
              <a:t> </a:t>
            </a:r>
            <a:r>
              <a:rPr sz="4700" spc="75" dirty="0">
                <a:solidFill>
                  <a:srgbClr val="2F2D2B"/>
                </a:solidFill>
              </a:rPr>
              <a:t>advantage.</a:t>
            </a:r>
            <a:endParaRPr sz="4700"/>
          </a:p>
        </p:txBody>
      </p:sp>
      <p:sp>
        <p:nvSpPr>
          <p:cNvPr id="13" name="object 13"/>
          <p:cNvSpPr txBox="1"/>
          <p:nvPr/>
        </p:nvSpPr>
        <p:spPr>
          <a:xfrm>
            <a:off x="882781" y="1792376"/>
            <a:ext cx="4559300" cy="255397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430"/>
              </a:spcBef>
            </a:pPr>
            <a:r>
              <a:rPr sz="2750" b="1" spc="-45" dirty="0">
                <a:solidFill>
                  <a:srgbClr val="161311"/>
                </a:solidFill>
                <a:latin typeface="Arial"/>
                <a:cs typeface="Arial"/>
              </a:rPr>
              <a:t>The</a:t>
            </a:r>
            <a:r>
              <a:rPr sz="2750" b="1" spc="-17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750" b="1" spc="-25" dirty="0">
                <a:solidFill>
                  <a:srgbClr val="161311"/>
                </a:solidFill>
                <a:latin typeface="Arial"/>
                <a:cs typeface="Arial"/>
              </a:rPr>
              <a:t>Experiment</a:t>
            </a:r>
            <a:endParaRPr sz="2750">
              <a:latin typeface="Arial"/>
              <a:cs typeface="Arial"/>
            </a:endParaRPr>
          </a:p>
          <a:p>
            <a:pPr marL="12700" marR="5080" indent="1905">
              <a:lnSpc>
                <a:spcPct val="109500"/>
              </a:lnSpc>
              <a:spcBef>
                <a:spcPts val="819"/>
              </a:spcBef>
            </a:pP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he</a:t>
            </a:r>
            <a:r>
              <a:rPr sz="2200" spc="9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spc="-55" dirty="0">
                <a:solidFill>
                  <a:srgbClr val="161311"/>
                </a:solidFill>
                <a:latin typeface="Arial"/>
                <a:cs typeface="Arial"/>
              </a:rPr>
              <a:t>IRD</a:t>
            </a:r>
            <a:r>
              <a:rPr sz="2200" spc="-55" dirty="0">
                <a:solidFill>
                  <a:srgbClr val="2F2D2B"/>
                </a:solidFill>
                <a:latin typeface="Arial"/>
                <a:cs typeface="Arial"/>
              </a:rPr>
              <a:t>S</a:t>
            </a:r>
            <a:r>
              <a:rPr sz="2200" spc="15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Inte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l</a:t>
            </a:r>
            <a:r>
              <a:rPr sz="2200" spc="17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egistry</a:t>
            </a:r>
            <a:r>
              <a:rPr sz="2200" spc="25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F2D2B"/>
                </a:solidFill>
                <a:latin typeface="Arial"/>
                <a:cs typeface="Arial"/>
              </a:rPr>
              <a:t>for 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TA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-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b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as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ed</a:t>
            </a:r>
            <a:r>
              <a:rPr sz="2200" spc="8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Sc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h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emas)</a:t>
            </a:r>
            <a:r>
              <a:rPr sz="2200" spc="14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spc="70" dirty="0">
                <a:solidFill>
                  <a:srgbClr val="2F2D2B"/>
                </a:solidFill>
                <a:latin typeface="Arial"/>
                <a:cs typeface="Arial"/>
              </a:rPr>
              <a:t>t</a:t>
            </a:r>
            <a:r>
              <a:rPr sz="2200" spc="70" dirty="0">
                <a:solidFill>
                  <a:srgbClr val="161311"/>
                </a:solidFill>
                <a:latin typeface="Arial"/>
                <a:cs typeface="Arial"/>
              </a:rPr>
              <a:t>e</a:t>
            </a:r>
            <a:r>
              <a:rPr sz="2200" spc="70" dirty="0">
                <a:solidFill>
                  <a:srgbClr val="2F2D2B"/>
                </a:solidFill>
                <a:latin typeface="Arial"/>
                <a:cs typeface="Arial"/>
              </a:rPr>
              <a:t>s</a:t>
            </a:r>
            <a:r>
              <a:rPr sz="2200" spc="7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2200" spc="70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2200" spc="70" dirty="0">
                <a:solidFill>
                  <a:srgbClr val="161311"/>
                </a:solidFill>
                <a:latin typeface="Arial"/>
                <a:cs typeface="Arial"/>
              </a:rPr>
              <a:t>d</a:t>
            </a:r>
            <a:r>
              <a:rPr sz="2200" spc="5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spc="95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2200" spc="95" dirty="0">
                <a:solidFill>
                  <a:srgbClr val="2F2D2B"/>
                </a:solidFill>
                <a:latin typeface="Arial"/>
                <a:cs typeface="Arial"/>
              </a:rPr>
              <a:t>h</a:t>
            </a:r>
            <a:r>
              <a:rPr sz="2200" spc="95" dirty="0">
                <a:solidFill>
                  <a:srgbClr val="161311"/>
                </a:solidFill>
                <a:latin typeface="Arial"/>
                <a:cs typeface="Arial"/>
              </a:rPr>
              <a:t>e 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acc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rac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y</a:t>
            </a:r>
            <a:r>
              <a:rPr sz="2200" spc="204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f</a:t>
            </a:r>
            <a:r>
              <a:rPr sz="2200" spc="40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l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-</a:t>
            </a:r>
            <a:r>
              <a:rPr sz="2200" spc="55" dirty="0">
                <a:solidFill>
                  <a:srgbClr val="2F2D2B"/>
                </a:solidFill>
                <a:latin typeface="Arial"/>
                <a:cs typeface="Arial"/>
              </a:rPr>
              <a:t>gene</a:t>
            </a:r>
            <a:r>
              <a:rPr sz="2200" spc="55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2200" spc="55" dirty="0">
                <a:solidFill>
                  <a:srgbClr val="2F2D2B"/>
                </a:solidFill>
                <a:latin typeface="Arial"/>
                <a:cs typeface="Arial"/>
              </a:rPr>
              <a:t>ated</a:t>
            </a:r>
            <a:r>
              <a:rPr sz="2200" spc="17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spc="35" dirty="0">
                <a:solidFill>
                  <a:srgbClr val="2F2D2B"/>
                </a:solidFill>
                <a:latin typeface="Arial"/>
                <a:cs typeface="Arial"/>
              </a:rPr>
              <a:t>ans</a:t>
            </a:r>
            <a:r>
              <a:rPr sz="2200" spc="35" dirty="0">
                <a:solidFill>
                  <a:srgbClr val="161311"/>
                </a:solidFill>
                <a:latin typeface="Arial"/>
                <a:cs typeface="Arial"/>
              </a:rPr>
              <a:t>w</a:t>
            </a:r>
            <a:r>
              <a:rPr sz="2200" spc="35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2200" spc="35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2200" spc="35" dirty="0">
                <a:solidFill>
                  <a:srgbClr val="2F2D2B"/>
                </a:solidFill>
                <a:latin typeface="Arial"/>
                <a:cs typeface="Arial"/>
              </a:rPr>
              <a:t>s 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b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s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d</a:t>
            </a:r>
            <a:r>
              <a:rPr sz="2200" spc="14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161311"/>
                </a:solidFill>
                <a:latin typeface="Arial"/>
                <a:cs typeface="Arial"/>
              </a:rPr>
              <a:t>o</a:t>
            </a:r>
            <a:r>
              <a:rPr sz="2200" spc="60" dirty="0">
                <a:solidFill>
                  <a:srgbClr val="2F2D2B"/>
                </a:solidFill>
                <a:latin typeface="Arial"/>
                <a:cs typeface="Arial"/>
              </a:rPr>
              <a:t>n</a:t>
            </a:r>
            <a:r>
              <a:rPr sz="2200" spc="2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200" spc="50" dirty="0">
                <a:solidFill>
                  <a:srgbClr val="161311"/>
                </a:solidFill>
                <a:latin typeface="Arial"/>
                <a:cs typeface="Arial"/>
              </a:rPr>
              <a:t>diff</a:t>
            </a:r>
            <a:r>
              <a:rPr sz="2200" spc="50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2200" spc="50" dirty="0">
                <a:solidFill>
                  <a:srgbClr val="161311"/>
                </a:solidFill>
                <a:latin typeface="Arial"/>
                <a:cs typeface="Arial"/>
              </a:rPr>
              <a:t>re</a:t>
            </a:r>
            <a:r>
              <a:rPr sz="2200" spc="50" dirty="0">
                <a:solidFill>
                  <a:srgbClr val="2F2D2B"/>
                </a:solidFill>
                <a:latin typeface="Arial"/>
                <a:cs typeface="Arial"/>
              </a:rPr>
              <a:t>n</a:t>
            </a:r>
            <a:r>
              <a:rPr sz="2200" spc="5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2200" spc="40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s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srgbClr val="2F2D2B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srgbClr val="161311"/>
                </a:solidFill>
                <a:latin typeface="Arial"/>
                <a:cs typeface="Arial"/>
              </a:rPr>
              <a:t>rce</a:t>
            </a:r>
            <a:r>
              <a:rPr sz="2200" spc="1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200" spc="40" dirty="0">
                <a:solidFill>
                  <a:srgbClr val="2F2D2B"/>
                </a:solidFill>
                <a:latin typeface="Arial"/>
                <a:cs typeface="Arial"/>
              </a:rPr>
              <a:t>con</a:t>
            </a:r>
            <a:r>
              <a:rPr sz="2200" spc="40" dirty="0">
                <a:solidFill>
                  <a:srgbClr val="161311"/>
                </a:solidFill>
                <a:latin typeface="Arial"/>
                <a:cs typeface="Arial"/>
              </a:rPr>
              <a:t>tent </a:t>
            </a:r>
            <a:r>
              <a:rPr sz="2200" spc="80" dirty="0">
                <a:solidFill>
                  <a:srgbClr val="161311"/>
                </a:solidFill>
                <a:latin typeface="Arial"/>
                <a:cs typeface="Arial"/>
              </a:rPr>
              <a:t>typ</a:t>
            </a:r>
            <a:r>
              <a:rPr sz="2200" spc="80" dirty="0">
                <a:solidFill>
                  <a:srgbClr val="2F2D2B"/>
                </a:solidFill>
                <a:latin typeface="Arial"/>
                <a:cs typeface="Arial"/>
              </a:rPr>
              <a:t>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1511" y="2942927"/>
            <a:ext cx="143065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145" dirty="0">
                <a:solidFill>
                  <a:srgbClr val="2F2D2B"/>
                </a:solidFill>
                <a:latin typeface="Arial"/>
                <a:cs typeface="Arial"/>
              </a:rPr>
              <a:t>85%</a:t>
            </a:r>
            <a:endParaRPr sz="5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44346" y="4819550"/>
            <a:ext cx="140398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75" dirty="0">
                <a:solidFill>
                  <a:srgbClr val="2F2D2B"/>
                </a:solidFill>
                <a:latin typeface="Arial"/>
                <a:cs typeface="Arial"/>
              </a:rPr>
              <a:t>25%</a:t>
            </a:r>
            <a:endParaRPr sz="5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9429" y="6919581"/>
            <a:ext cx="4806315" cy="84010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282575">
              <a:lnSpc>
                <a:spcPts val="2010"/>
              </a:lnSpc>
              <a:spcBef>
                <a:spcPts val="400"/>
              </a:spcBef>
            </a:pPr>
            <a:r>
              <a:rPr sz="1900" b="1" spc="-85" dirty="0">
                <a:solidFill>
                  <a:srgbClr val="161311"/>
                </a:solidFill>
                <a:latin typeface="Arial"/>
                <a:cs typeface="Arial"/>
              </a:rPr>
              <a:t>Accura</a:t>
            </a:r>
            <a:r>
              <a:rPr sz="1900" b="1" spc="-85" dirty="0">
                <a:solidFill>
                  <a:srgbClr val="2F2D2B"/>
                </a:solidFill>
                <a:latin typeface="Arial"/>
                <a:cs typeface="Arial"/>
              </a:rPr>
              <a:t>c</a:t>
            </a:r>
            <a:r>
              <a:rPr sz="1900" b="1" spc="-85" dirty="0">
                <a:solidFill>
                  <a:srgbClr val="161311"/>
                </a:solidFill>
                <a:latin typeface="Arial"/>
                <a:cs typeface="Arial"/>
              </a:rPr>
              <a:t>y</a:t>
            </a:r>
            <a:r>
              <a:rPr sz="1900" b="1" spc="-12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from</a:t>
            </a:r>
            <a:r>
              <a:rPr sz="1900" spc="-17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high</a:t>
            </a:r>
            <a:r>
              <a:rPr sz="1900" spc="-20" dirty="0">
                <a:solidFill>
                  <a:srgbClr val="161311"/>
                </a:solidFill>
                <a:latin typeface="Arial"/>
                <a:cs typeface="Arial"/>
              </a:rPr>
              <a:t>l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y</a:t>
            </a:r>
            <a:r>
              <a:rPr sz="1900" spc="-5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struc</a:t>
            </a:r>
            <a:r>
              <a:rPr sz="1900" spc="-2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ured</a:t>
            </a:r>
            <a:r>
              <a:rPr sz="1900" spc="-8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c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o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tent </a:t>
            </a:r>
            <a:r>
              <a:rPr sz="1900" spc="-40" dirty="0">
                <a:solidFill>
                  <a:srgbClr val="2F2D2B"/>
                </a:solidFill>
                <a:latin typeface="Arial"/>
                <a:cs typeface="Arial"/>
              </a:rPr>
              <a:t>using</a:t>
            </a:r>
            <a:r>
              <a:rPr sz="1900" spc="-10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2F2D2B"/>
                </a:solidFill>
                <a:latin typeface="Arial"/>
                <a:cs typeface="Arial"/>
              </a:rPr>
              <a:t>a</a:t>
            </a:r>
            <a:r>
              <a:rPr sz="1900" spc="-12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deli</a:t>
            </a:r>
            <a:r>
              <a:rPr sz="1900" spc="-20" dirty="0">
                <a:solidFill>
                  <a:srgbClr val="161311"/>
                </a:solidFill>
                <a:latin typeface="Arial"/>
                <a:cs typeface="Arial"/>
              </a:rPr>
              <a:t>v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ery</a:t>
            </a:r>
            <a:r>
              <a:rPr sz="1900" spc="-9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55" dirty="0">
                <a:solidFill>
                  <a:srgbClr val="2F2D2B"/>
                </a:solidFill>
                <a:latin typeface="Arial"/>
                <a:cs typeface="Arial"/>
              </a:rPr>
              <a:t>sch</a:t>
            </a:r>
            <a:r>
              <a:rPr sz="1900" spc="-55" dirty="0">
                <a:solidFill>
                  <a:srgbClr val="161311"/>
                </a:solidFill>
                <a:latin typeface="Arial"/>
                <a:cs typeface="Arial"/>
              </a:rPr>
              <a:t>e</a:t>
            </a:r>
            <a:r>
              <a:rPr sz="1900" spc="-55" dirty="0">
                <a:solidFill>
                  <a:srgbClr val="2F2D2B"/>
                </a:solidFill>
                <a:latin typeface="Arial"/>
                <a:cs typeface="Arial"/>
              </a:rPr>
              <a:t>ma</a:t>
            </a:r>
            <a:r>
              <a:rPr sz="1900" spc="-6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2F2D2B"/>
                </a:solidFill>
                <a:latin typeface="Times New Roman"/>
                <a:cs typeface="Times New Roman"/>
              </a:rPr>
              <a:t>+</a:t>
            </a:r>
            <a:r>
              <a:rPr sz="1750" spc="10" dirty="0">
                <a:solidFill>
                  <a:srgbClr val="2F2D2B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2F2D2B"/>
                </a:solidFill>
                <a:latin typeface="Arial"/>
                <a:cs typeface="Arial"/>
              </a:rPr>
              <a:t>a</a:t>
            </a:r>
            <a:r>
              <a:rPr sz="1900" spc="-21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k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nowl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e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dge</a:t>
            </a:r>
            <a:r>
              <a:rPr sz="1900" spc="-20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g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aph.</a:t>
            </a:r>
            <a:endParaRPr sz="1900">
              <a:latin typeface="Arial"/>
              <a:cs typeface="Arial"/>
            </a:endParaRPr>
          </a:p>
          <a:p>
            <a:pPr marL="607695">
              <a:lnSpc>
                <a:spcPts val="2090"/>
              </a:lnSpc>
            </a:pPr>
            <a:r>
              <a:rPr sz="1900" spc="-65" dirty="0">
                <a:solidFill>
                  <a:srgbClr val="2F2D2B"/>
                </a:solidFill>
                <a:latin typeface="Arial"/>
                <a:cs typeface="Arial"/>
              </a:rPr>
              <a:t>Resul</a:t>
            </a:r>
            <a:r>
              <a:rPr sz="1900" spc="-65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1900" spc="-65" dirty="0">
                <a:solidFill>
                  <a:srgbClr val="2F2D2B"/>
                </a:solidFill>
                <a:latin typeface="Arial"/>
                <a:cs typeface="Arial"/>
              </a:rPr>
              <a:t>s</a:t>
            </a:r>
            <a:r>
              <a:rPr sz="1900" spc="-12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2F2D2B"/>
                </a:solidFill>
                <a:latin typeface="Arial"/>
                <a:cs typeface="Arial"/>
              </a:rPr>
              <a:t>are</a:t>
            </a:r>
            <a:r>
              <a:rPr sz="1900" spc="-114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c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o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sis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1900" spc="-3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t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2F2D2B"/>
                </a:solidFill>
                <a:latin typeface="Arial"/>
                <a:cs typeface="Arial"/>
              </a:rPr>
              <a:t>an</a:t>
            </a:r>
            <a:r>
              <a:rPr sz="1900" spc="-40" dirty="0">
                <a:solidFill>
                  <a:srgbClr val="161311"/>
                </a:solidFill>
                <a:latin typeface="Arial"/>
                <a:cs typeface="Arial"/>
              </a:rPr>
              <a:t>d</a:t>
            </a:r>
            <a:r>
              <a:rPr sz="1900" spc="-7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423F3B"/>
                </a:solidFill>
                <a:latin typeface="Arial"/>
                <a:cs typeface="Arial"/>
              </a:rPr>
              <a:t>rel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i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able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1580" y="6919581"/>
            <a:ext cx="4805680" cy="84010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065" marR="5080" algn="ctr">
              <a:lnSpc>
                <a:spcPct val="90400"/>
              </a:lnSpc>
              <a:spcBef>
                <a:spcPts val="325"/>
              </a:spcBef>
            </a:pPr>
            <a:r>
              <a:rPr sz="1900" b="1" spc="-105" dirty="0">
                <a:solidFill>
                  <a:srgbClr val="161311"/>
                </a:solidFill>
                <a:latin typeface="Arial"/>
                <a:cs typeface="Arial"/>
              </a:rPr>
              <a:t>Accuracy</a:t>
            </a:r>
            <a:r>
              <a:rPr sz="1900" b="1" spc="-1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f</a:t>
            </a:r>
            <a:r>
              <a:rPr sz="1900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om</a:t>
            </a:r>
            <a:r>
              <a:rPr sz="1900" spc="-18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F2D2B"/>
                </a:solidFill>
                <a:latin typeface="Arial"/>
                <a:cs typeface="Arial"/>
              </a:rPr>
              <a:t>unst</a:t>
            </a:r>
            <a:r>
              <a:rPr sz="1900" spc="-25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1900" spc="-25" dirty="0">
                <a:solidFill>
                  <a:srgbClr val="2F2D2B"/>
                </a:solidFill>
                <a:latin typeface="Arial"/>
                <a:cs typeface="Arial"/>
              </a:rPr>
              <a:t>uctu</a:t>
            </a:r>
            <a:r>
              <a:rPr sz="1900" spc="-25" dirty="0">
                <a:solidFill>
                  <a:srgbClr val="161311"/>
                </a:solidFill>
                <a:latin typeface="Arial"/>
                <a:cs typeface="Arial"/>
              </a:rPr>
              <a:t>r</a:t>
            </a:r>
            <a:r>
              <a:rPr sz="1900" spc="-25" dirty="0">
                <a:solidFill>
                  <a:srgbClr val="2F2D2B"/>
                </a:solidFill>
                <a:latin typeface="Arial"/>
                <a:cs typeface="Arial"/>
              </a:rPr>
              <a:t>ed</a:t>
            </a:r>
            <a:r>
              <a:rPr sz="1900" spc="-13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co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te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t</a:t>
            </a:r>
            <a:r>
              <a:rPr sz="1900" spc="4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li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ke</a:t>
            </a:r>
            <a:r>
              <a:rPr sz="1900" spc="-17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161311"/>
                </a:solidFill>
                <a:latin typeface="Arial"/>
                <a:cs typeface="Arial"/>
              </a:rPr>
              <a:t>W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ord </a:t>
            </a:r>
            <a:r>
              <a:rPr sz="1900" spc="-40" dirty="0">
                <a:solidFill>
                  <a:srgbClr val="2F2D2B"/>
                </a:solidFill>
                <a:latin typeface="Arial"/>
                <a:cs typeface="Arial"/>
              </a:rPr>
              <a:t>documen</a:t>
            </a:r>
            <a:r>
              <a:rPr sz="1900" spc="-40" dirty="0">
                <a:solidFill>
                  <a:srgbClr val="161311"/>
                </a:solidFill>
                <a:latin typeface="Arial"/>
                <a:cs typeface="Arial"/>
              </a:rPr>
              <a:t>t</a:t>
            </a:r>
            <a:r>
              <a:rPr sz="1900" spc="-40" dirty="0">
                <a:solidFill>
                  <a:srgbClr val="2F2D2B"/>
                </a:solidFill>
                <a:latin typeface="Arial"/>
                <a:cs typeface="Arial"/>
              </a:rPr>
              <a:t>s</a:t>
            </a:r>
            <a:r>
              <a:rPr sz="1900" spc="-11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or</a:t>
            </a:r>
            <a:r>
              <a:rPr sz="1900" spc="-21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2F2D2B"/>
                </a:solidFill>
                <a:latin typeface="Arial"/>
                <a:cs typeface="Arial"/>
              </a:rPr>
              <a:t>P</a:t>
            </a:r>
            <a:r>
              <a:rPr sz="1900" spc="-95" dirty="0">
                <a:solidFill>
                  <a:srgbClr val="161311"/>
                </a:solidFill>
                <a:latin typeface="Arial"/>
                <a:cs typeface="Arial"/>
              </a:rPr>
              <a:t>D</a:t>
            </a:r>
            <a:r>
              <a:rPr sz="1900" spc="-95" dirty="0">
                <a:solidFill>
                  <a:srgbClr val="2F2D2B"/>
                </a:solidFill>
                <a:latin typeface="Arial"/>
                <a:cs typeface="Arial"/>
              </a:rPr>
              <a:t>Fs</a:t>
            </a:r>
            <a:r>
              <a:rPr sz="1900" spc="-17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fed</a:t>
            </a:r>
            <a:r>
              <a:rPr sz="1900" spc="-19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directly</a:t>
            </a:r>
            <a:r>
              <a:rPr sz="1900" spc="-4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F2D2B"/>
                </a:solidFill>
                <a:latin typeface="Arial"/>
                <a:cs typeface="Arial"/>
              </a:rPr>
              <a:t>to</a:t>
            </a:r>
            <a:r>
              <a:rPr sz="1900" spc="7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161311"/>
                </a:solidFill>
                <a:latin typeface="Arial"/>
                <a:cs typeface="Arial"/>
              </a:rPr>
              <a:t>a</a:t>
            </a:r>
            <a:r>
              <a:rPr sz="1900" spc="-25" dirty="0">
                <a:solidFill>
                  <a:srgbClr val="2F2D2B"/>
                </a:solidFill>
                <a:latin typeface="Arial"/>
                <a:cs typeface="Arial"/>
              </a:rPr>
              <a:t>n</a:t>
            </a:r>
            <a:r>
              <a:rPr sz="1900" spc="-19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423F3B"/>
                </a:solidFill>
                <a:latin typeface="Arial"/>
                <a:cs typeface="Arial"/>
              </a:rPr>
              <a:t>LL</a:t>
            </a:r>
            <a:r>
              <a:rPr sz="1900" spc="-20" dirty="0">
                <a:solidFill>
                  <a:srgbClr val="161311"/>
                </a:solidFill>
                <a:latin typeface="Arial"/>
                <a:cs typeface="Arial"/>
              </a:rPr>
              <a:t>M</a:t>
            </a:r>
            <a:r>
              <a:rPr sz="1900" spc="-20" dirty="0">
                <a:solidFill>
                  <a:srgbClr val="2F2D2B"/>
                </a:solidFill>
                <a:latin typeface="Arial"/>
                <a:cs typeface="Arial"/>
              </a:rPr>
              <a:t>. </a:t>
            </a:r>
            <a:r>
              <a:rPr sz="1900" spc="-50" dirty="0">
                <a:solidFill>
                  <a:srgbClr val="2F2D2B"/>
                </a:solidFill>
                <a:latin typeface="Arial"/>
                <a:cs typeface="Arial"/>
              </a:rPr>
              <a:t>Re</a:t>
            </a:r>
            <a:r>
              <a:rPr sz="1900" spc="-50" dirty="0">
                <a:solidFill>
                  <a:srgbClr val="161311"/>
                </a:solidFill>
                <a:latin typeface="Arial"/>
                <a:cs typeface="Arial"/>
              </a:rPr>
              <a:t>s</a:t>
            </a:r>
            <a:r>
              <a:rPr sz="1900" spc="-50" dirty="0">
                <a:solidFill>
                  <a:srgbClr val="2F2D2B"/>
                </a:solidFill>
                <a:latin typeface="Arial"/>
                <a:cs typeface="Arial"/>
              </a:rPr>
              <a:t>ults</a:t>
            </a:r>
            <a:r>
              <a:rPr sz="1900" spc="-19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2F2D2B"/>
                </a:solidFill>
                <a:latin typeface="Arial"/>
                <a:cs typeface="Arial"/>
              </a:rPr>
              <a:t>are</a:t>
            </a:r>
            <a:r>
              <a:rPr sz="1900" spc="-13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161311"/>
                </a:solidFill>
                <a:latin typeface="Arial"/>
                <a:cs typeface="Arial"/>
              </a:rPr>
              <a:t>unr</a:t>
            </a:r>
            <a:r>
              <a:rPr sz="1900" spc="-45" dirty="0">
                <a:solidFill>
                  <a:srgbClr val="2F2D2B"/>
                </a:solidFill>
                <a:latin typeface="Arial"/>
                <a:cs typeface="Arial"/>
              </a:rPr>
              <a:t>e</a:t>
            </a:r>
            <a:r>
              <a:rPr sz="1900" spc="-45" dirty="0">
                <a:solidFill>
                  <a:srgbClr val="161311"/>
                </a:solidFill>
                <a:latin typeface="Arial"/>
                <a:cs typeface="Arial"/>
              </a:rPr>
              <a:t>l</a:t>
            </a:r>
            <a:r>
              <a:rPr sz="1900" spc="-45" dirty="0">
                <a:solidFill>
                  <a:srgbClr val="2F2D2B"/>
                </a:solidFill>
                <a:latin typeface="Arial"/>
                <a:cs typeface="Arial"/>
              </a:rPr>
              <a:t>i</a:t>
            </a:r>
            <a:r>
              <a:rPr sz="1900" spc="-45" dirty="0">
                <a:solidFill>
                  <a:srgbClr val="161311"/>
                </a:solidFill>
                <a:latin typeface="Arial"/>
                <a:cs typeface="Arial"/>
              </a:rPr>
              <a:t>ab</a:t>
            </a:r>
            <a:r>
              <a:rPr sz="1900" spc="-45" dirty="0">
                <a:solidFill>
                  <a:srgbClr val="2F2D2B"/>
                </a:solidFill>
                <a:latin typeface="Arial"/>
                <a:cs typeface="Arial"/>
              </a:rPr>
              <a:t>le</a:t>
            </a:r>
            <a:r>
              <a:rPr sz="1900" spc="-7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2F2D2B"/>
                </a:solidFill>
                <a:latin typeface="Arial"/>
                <a:cs typeface="Arial"/>
              </a:rPr>
              <a:t>and</a:t>
            </a:r>
            <a:r>
              <a:rPr sz="1900" spc="-19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i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n</a:t>
            </a:r>
            <a:r>
              <a:rPr sz="1900" spc="-10" dirty="0">
                <a:solidFill>
                  <a:srgbClr val="161311"/>
                </a:solidFill>
                <a:latin typeface="Arial"/>
                <a:cs typeface="Arial"/>
              </a:rPr>
              <a:t>c</a:t>
            </a:r>
            <a:r>
              <a:rPr sz="1900" spc="-10" dirty="0">
                <a:solidFill>
                  <a:srgbClr val="2F2D2B"/>
                </a:solidFill>
                <a:latin typeface="Arial"/>
                <a:cs typeface="Arial"/>
              </a:rPr>
              <a:t>onsistent.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823" y="8119599"/>
            <a:ext cx="15356205" cy="8362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2540">
              <a:lnSpc>
                <a:spcPts val="3220"/>
              </a:lnSpc>
              <a:spcBef>
                <a:spcPts val="135"/>
              </a:spcBef>
            </a:pPr>
            <a:r>
              <a:rPr sz="2600" dirty="0">
                <a:solidFill>
                  <a:srgbClr val="2F2D2B"/>
                </a:solidFill>
                <a:latin typeface="Arial"/>
                <a:cs typeface="Arial"/>
              </a:rPr>
              <a:t>'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Garbage</a:t>
            </a:r>
            <a:r>
              <a:rPr sz="2600" spc="-4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161311"/>
                </a:solidFill>
                <a:latin typeface="Arial"/>
                <a:cs typeface="Arial"/>
              </a:rPr>
              <a:t>in,</a:t>
            </a:r>
            <a:r>
              <a:rPr sz="2600" spc="-6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garbage</a:t>
            </a:r>
            <a:r>
              <a:rPr sz="2600" spc="13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161311"/>
                </a:solidFill>
                <a:latin typeface="Arial"/>
                <a:cs typeface="Arial"/>
              </a:rPr>
              <a:t>out</a:t>
            </a:r>
            <a:r>
              <a:rPr sz="2600" spc="80" dirty="0">
                <a:solidFill>
                  <a:srgbClr val="2F2D2B"/>
                </a:solidFill>
                <a:latin typeface="Arial"/>
                <a:cs typeface="Arial"/>
              </a:rPr>
              <a:t>'</a:t>
            </a:r>
            <a:r>
              <a:rPr sz="2600" spc="-12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161311"/>
                </a:solidFill>
                <a:latin typeface="Arial"/>
                <a:cs typeface="Arial"/>
              </a:rPr>
              <a:t>is</a:t>
            </a:r>
            <a:r>
              <a:rPr sz="2600" spc="2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161311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longer</a:t>
            </a:r>
            <a:r>
              <a:rPr sz="2600" spc="12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161311"/>
                </a:solidFill>
                <a:latin typeface="Arial"/>
                <a:cs typeface="Arial"/>
              </a:rPr>
              <a:t>strong</a:t>
            </a:r>
            <a:r>
              <a:rPr sz="2600" spc="-2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161311"/>
                </a:solidFill>
                <a:latin typeface="Arial"/>
                <a:cs typeface="Arial"/>
              </a:rPr>
              <a:t>enough</a:t>
            </a:r>
            <a:r>
              <a:rPr sz="2600" spc="70" dirty="0">
                <a:solidFill>
                  <a:srgbClr val="2F2D2B"/>
                </a:solidFill>
                <a:latin typeface="Arial"/>
                <a:cs typeface="Arial"/>
              </a:rPr>
              <a:t>.</a:t>
            </a:r>
            <a:r>
              <a:rPr sz="2600" spc="-210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161311"/>
                </a:solidFill>
                <a:latin typeface="Arial"/>
                <a:cs typeface="Arial"/>
              </a:rPr>
              <a:t>With</a:t>
            </a:r>
            <a:r>
              <a:rPr sz="2600" spc="-3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161311"/>
                </a:solidFill>
                <a:latin typeface="Arial"/>
                <a:cs typeface="Arial"/>
              </a:rPr>
              <a:t>Al,</a:t>
            </a:r>
            <a:r>
              <a:rPr sz="2600" spc="-254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114" dirty="0">
                <a:solidFill>
                  <a:srgbClr val="161311"/>
                </a:solidFill>
                <a:latin typeface="Arial"/>
                <a:cs typeface="Arial"/>
              </a:rPr>
              <a:t>it's</a:t>
            </a:r>
            <a:r>
              <a:rPr sz="2600" spc="-17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'Garbage</a:t>
            </a:r>
            <a:r>
              <a:rPr sz="2600" spc="-3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161311"/>
                </a:solidFill>
                <a:latin typeface="Arial"/>
                <a:cs typeface="Arial"/>
              </a:rPr>
              <a:t>in</a:t>
            </a:r>
            <a:r>
              <a:rPr sz="2600" spc="70" dirty="0">
                <a:solidFill>
                  <a:srgbClr val="2F2D2B"/>
                </a:solidFill>
                <a:latin typeface="Arial"/>
                <a:cs typeface="Arial"/>
              </a:rPr>
              <a:t>,</a:t>
            </a:r>
            <a:r>
              <a:rPr sz="2600" spc="-5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161311"/>
                </a:solidFill>
                <a:latin typeface="Arial"/>
                <a:cs typeface="Arial"/>
              </a:rPr>
              <a:t>amplified</a:t>
            </a:r>
            <a:r>
              <a:rPr sz="2600" spc="3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161311"/>
                </a:solidFill>
                <a:latin typeface="Arial"/>
                <a:cs typeface="Arial"/>
              </a:rPr>
              <a:t>garbage</a:t>
            </a:r>
            <a:r>
              <a:rPr sz="2600" spc="3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161311"/>
                </a:solidFill>
                <a:latin typeface="Arial"/>
                <a:cs typeface="Arial"/>
              </a:rPr>
              <a:t>out.'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Investing</a:t>
            </a:r>
            <a:r>
              <a:rPr sz="2600" spc="16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in</a:t>
            </a:r>
            <a:r>
              <a:rPr sz="2600" spc="11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750" b="1" spc="-55" dirty="0">
                <a:solidFill>
                  <a:srgbClr val="161311"/>
                </a:solidFill>
                <a:latin typeface="Arial"/>
                <a:cs typeface="Arial"/>
              </a:rPr>
              <a:t>structure</a:t>
            </a:r>
            <a:r>
              <a:rPr sz="2750" b="1" spc="15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provides</a:t>
            </a:r>
            <a:r>
              <a:rPr sz="2600" spc="17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a</a:t>
            </a:r>
            <a:r>
              <a:rPr sz="2600" spc="-9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measurable</a:t>
            </a:r>
            <a:r>
              <a:rPr sz="2600" dirty="0">
                <a:solidFill>
                  <a:srgbClr val="2F2D2B"/>
                </a:solidFill>
                <a:latin typeface="Arial"/>
                <a:cs typeface="Arial"/>
              </a:rPr>
              <a:t>,</a:t>
            </a:r>
            <a:r>
              <a:rPr sz="2600" spc="8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161311"/>
                </a:solidFill>
                <a:latin typeface="Arial"/>
                <a:cs typeface="Arial"/>
              </a:rPr>
              <a:t>3x</a:t>
            </a:r>
            <a:r>
              <a:rPr sz="2600" spc="5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improvement</a:t>
            </a:r>
            <a:r>
              <a:rPr sz="2600" spc="27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in</a:t>
            </a:r>
            <a:r>
              <a:rPr sz="2600" spc="28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161311"/>
                </a:solidFill>
                <a:latin typeface="Arial"/>
                <a:cs typeface="Arial"/>
              </a:rPr>
              <a:t>the</a:t>
            </a:r>
            <a:r>
              <a:rPr sz="2600" spc="4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161311"/>
                </a:solidFill>
                <a:latin typeface="Arial"/>
                <a:cs typeface="Arial"/>
              </a:rPr>
              <a:t>quality</a:t>
            </a:r>
            <a:r>
              <a:rPr sz="2600" spc="120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61311"/>
                </a:solidFill>
                <a:latin typeface="Arial"/>
                <a:cs typeface="Arial"/>
              </a:rPr>
              <a:t>of</a:t>
            </a:r>
            <a:r>
              <a:rPr sz="2600" spc="36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161311"/>
                </a:solidFill>
                <a:latin typeface="Arial"/>
                <a:cs typeface="Arial"/>
              </a:rPr>
              <a:t>Al-</a:t>
            </a:r>
            <a:r>
              <a:rPr sz="2600" spc="65" dirty="0">
                <a:solidFill>
                  <a:srgbClr val="161311"/>
                </a:solidFill>
                <a:latin typeface="Arial"/>
                <a:cs typeface="Arial"/>
              </a:rPr>
              <a:t>driven</a:t>
            </a:r>
            <a:r>
              <a:rPr sz="2600" spc="175" dirty="0">
                <a:solidFill>
                  <a:srgbClr val="161311"/>
                </a:solidFill>
                <a:latin typeface="Arial"/>
                <a:cs typeface="Arial"/>
              </a:rPr>
              <a:t> </a:t>
            </a:r>
            <a:r>
              <a:rPr sz="2600" spc="45" dirty="0">
                <a:solidFill>
                  <a:srgbClr val="161311"/>
                </a:solidFill>
                <a:latin typeface="Arial"/>
                <a:cs typeface="Arial"/>
              </a:rPr>
              <a:t>results</a:t>
            </a:r>
            <a:r>
              <a:rPr sz="2600" spc="45" dirty="0">
                <a:solidFill>
                  <a:srgbClr val="2F2D2B"/>
                </a:solidFill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46602" y="9396214"/>
            <a:ext cx="12687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14" dirty="0">
                <a:solidFill>
                  <a:srgbClr val="2F2D2B"/>
                </a:solidFill>
                <a:latin typeface="Arial"/>
                <a:cs typeface="Arial"/>
              </a:rPr>
              <a:t>I'S\</a:t>
            </a:r>
            <a:r>
              <a:rPr sz="1400" spc="5" dirty="0">
                <a:solidFill>
                  <a:srgbClr val="2F2D2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61311"/>
                </a:solidFill>
                <a:latin typeface="Arial"/>
                <a:cs typeface="Arial"/>
              </a:rPr>
              <a:t>N</a:t>
            </a:r>
            <a:r>
              <a:rPr sz="1350" spc="-10" dirty="0">
                <a:solidFill>
                  <a:srgbClr val="2F2D2B"/>
                </a:solidFill>
                <a:latin typeface="Arial"/>
                <a:cs typeface="Arial"/>
              </a:rPr>
              <a:t>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37" y="196819"/>
            <a:ext cx="13859510" cy="240665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4950" b="1" spc="-320" dirty="0">
                <a:solidFill>
                  <a:srgbClr val="363638"/>
                </a:solidFill>
                <a:latin typeface="Arial"/>
                <a:cs typeface="Arial"/>
              </a:rPr>
              <a:t>How</a:t>
            </a:r>
            <a:r>
              <a:rPr sz="4950" b="1" spc="-16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225" dirty="0">
                <a:solidFill>
                  <a:srgbClr val="363638"/>
                </a:solidFill>
                <a:latin typeface="Arial"/>
                <a:cs typeface="Arial"/>
              </a:rPr>
              <a:t>Structure</a:t>
            </a:r>
            <a:r>
              <a:rPr sz="4950" b="1" spc="-5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229" dirty="0">
                <a:solidFill>
                  <a:srgbClr val="363638"/>
                </a:solidFill>
                <a:latin typeface="Arial"/>
                <a:cs typeface="Arial"/>
              </a:rPr>
              <a:t>Delivers</a:t>
            </a:r>
            <a:r>
              <a:rPr sz="4950" b="1" spc="-38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265" dirty="0">
                <a:solidFill>
                  <a:srgbClr val="363638"/>
                </a:solidFill>
                <a:latin typeface="Arial"/>
                <a:cs typeface="Arial"/>
              </a:rPr>
              <a:t>Precision:</a:t>
            </a:r>
            <a:r>
              <a:rPr sz="4950" b="1" spc="-19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215" dirty="0">
                <a:solidFill>
                  <a:srgbClr val="363638"/>
                </a:solidFill>
                <a:latin typeface="Arial"/>
                <a:cs typeface="Arial"/>
              </a:rPr>
              <a:t>The</a:t>
            </a:r>
            <a:r>
              <a:rPr sz="4950" b="1" spc="-39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305" dirty="0">
                <a:solidFill>
                  <a:srgbClr val="363638"/>
                </a:solidFill>
                <a:latin typeface="Arial"/>
                <a:cs typeface="Arial"/>
              </a:rPr>
              <a:t>Dosage</a:t>
            </a:r>
            <a:r>
              <a:rPr sz="4950" b="1" spc="-8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4950" b="1" spc="-275" dirty="0">
                <a:solidFill>
                  <a:srgbClr val="363638"/>
                </a:solidFill>
                <a:latin typeface="Arial"/>
                <a:cs typeface="Arial"/>
              </a:rPr>
              <a:t>Test</a:t>
            </a:r>
            <a:endParaRPr sz="49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985"/>
              </a:spcBef>
            </a:pPr>
            <a:r>
              <a:rPr sz="2950" b="1" spc="-270" dirty="0">
                <a:solidFill>
                  <a:srgbClr val="080705"/>
                </a:solidFill>
                <a:latin typeface="Arial"/>
                <a:cs typeface="Arial"/>
              </a:rPr>
              <a:t>Scenario:</a:t>
            </a:r>
            <a:r>
              <a:rPr sz="2950" b="1" spc="-13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434" dirty="0">
                <a:solidFill>
                  <a:srgbClr val="1F1F1A"/>
                </a:solidFill>
                <a:latin typeface="Arial"/>
                <a:cs typeface="Arial"/>
              </a:rPr>
              <a:t>An</a:t>
            </a:r>
            <a:r>
              <a:rPr sz="2950" b="1" spc="-204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950" b="1" spc="-365" dirty="0">
                <a:solidFill>
                  <a:srgbClr val="080705"/>
                </a:solidFill>
                <a:latin typeface="Arial"/>
                <a:cs typeface="Arial"/>
              </a:rPr>
              <a:t>LLM</a:t>
            </a:r>
            <a:r>
              <a:rPr sz="2950" b="1" spc="-254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185" dirty="0">
                <a:solidFill>
                  <a:srgbClr val="1F1F1A"/>
                </a:solidFill>
                <a:latin typeface="Arial"/>
                <a:cs typeface="Arial"/>
              </a:rPr>
              <a:t>needs</a:t>
            </a:r>
            <a:r>
              <a:rPr sz="2950" spc="-2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950" spc="-35" dirty="0">
                <a:solidFill>
                  <a:srgbClr val="080705"/>
                </a:solidFill>
                <a:latin typeface="Arial"/>
                <a:cs typeface="Arial"/>
              </a:rPr>
              <a:t>to</a:t>
            </a:r>
            <a:r>
              <a:rPr sz="2950" spc="-20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95" dirty="0">
                <a:solidFill>
                  <a:srgbClr val="1F1F1A"/>
                </a:solidFill>
                <a:latin typeface="Arial"/>
                <a:cs typeface="Arial"/>
              </a:rPr>
              <a:t>find</a:t>
            </a:r>
            <a:r>
              <a:rPr sz="2950" spc="-15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950" spc="-120" dirty="0">
                <a:solidFill>
                  <a:srgbClr val="080705"/>
                </a:solidFill>
                <a:latin typeface="Arial"/>
                <a:cs typeface="Arial"/>
              </a:rPr>
              <a:t>the</a:t>
            </a:r>
            <a:r>
              <a:rPr sz="2950" spc="-254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125" dirty="0">
                <a:solidFill>
                  <a:srgbClr val="1F1F1A"/>
                </a:solidFill>
                <a:latin typeface="Arial"/>
                <a:cs typeface="Arial"/>
              </a:rPr>
              <a:t>correct</a:t>
            </a:r>
            <a:r>
              <a:rPr sz="2950" spc="1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950" spc="-175" dirty="0">
                <a:solidFill>
                  <a:srgbClr val="080705"/>
                </a:solidFill>
                <a:latin typeface="Arial"/>
                <a:cs typeface="Arial"/>
              </a:rPr>
              <a:t>medication</a:t>
            </a:r>
            <a:r>
              <a:rPr sz="2950" spc="4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200" dirty="0">
                <a:solidFill>
                  <a:srgbClr val="080705"/>
                </a:solidFill>
                <a:latin typeface="Arial"/>
                <a:cs typeface="Arial"/>
              </a:rPr>
              <a:t>dosage</a:t>
            </a:r>
            <a:r>
              <a:rPr sz="2950" spc="-16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140" dirty="0">
                <a:solidFill>
                  <a:srgbClr val="080705"/>
                </a:solidFill>
                <a:latin typeface="Arial"/>
                <a:cs typeface="Arial"/>
              </a:rPr>
              <a:t>from</a:t>
            </a:r>
            <a:r>
              <a:rPr sz="2950" spc="-16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spc="-280" dirty="0">
                <a:solidFill>
                  <a:srgbClr val="1F1F1A"/>
                </a:solidFill>
                <a:latin typeface="Arial"/>
                <a:cs typeface="Arial"/>
              </a:rPr>
              <a:t>a</a:t>
            </a:r>
            <a:r>
              <a:rPr sz="2950" spc="-16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950" spc="-45" dirty="0">
                <a:solidFill>
                  <a:srgbClr val="080705"/>
                </a:solidFill>
                <a:latin typeface="Arial"/>
                <a:cs typeface="Arial"/>
              </a:rPr>
              <a:t>document.</a:t>
            </a:r>
            <a:endParaRPr sz="29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3095"/>
              </a:spcBef>
              <a:tabLst>
                <a:tab pos="8425815" algn="l"/>
              </a:tabLst>
            </a:pPr>
            <a:r>
              <a:rPr sz="2950" b="1" spc="-285" dirty="0">
                <a:solidFill>
                  <a:srgbClr val="080705"/>
                </a:solidFill>
                <a:latin typeface="Arial"/>
                <a:cs typeface="Arial"/>
              </a:rPr>
              <a:t>Unstructured</a:t>
            </a:r>
            <a:r>
              <a:rPr sz="2950" b="1" spc="12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275" dirty="0">
                <a:solidFill>
                  <a:srgbClr val="080705"/>
                </a:solidFill>
                <a:latin typeface="Arial"/>
                <a:cs typeface="Arial"/>
              </a:rPr>
              <a:t>Content</a:t>
            </a:r>
            <a:r>
              <a:rPr sz="2950" b="1" spc="5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195" dirty="0">
                <a:solidFill>
                  <a:srgbClr val="080705"/>
                </a:solidFill>
                <a:latin typeface="Arial"/>
                <a:cs typeface="Arial"/>
              </a:rPr>
              <a:t>(e.g.,</a:t>
            </a:r>
            <a:r>
              <a:rPr sz="2950" b="1" spc="-12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190" dirty="0">
                <a:solidFill>
                  <a:srgbClr val="080705"/>
                </a:solidFill>
                <a:latin typeface="Arial"/>
                <a:cs typeface="Arial"/>
              </a:rPr>
              <a:t>a</a:t>
            </a:r>
            <a:r>
              <a:rPr sz="2950" b="1" spc="-27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390" dirty="0">
                <a:solidFill>
                  <a:srgbClr val="080705"/>
                </a:solidFill>
                <a:latin typeface="Arial"/>
                <a:cs typeface="Arial"/>
              </a:rPr>
              <a:t>PDF)</a:t>
            </a:r>
            <a:r>
              <a:rPr sz="2950" b="1" dirty="0">
                <a:solidFill>
                  <a:srgbClr val="080705"/>
                </a:solidFill>
                <a:latin typeface="Arial"/>
                <a:cs typeface="Arial"/>
              </a:rPr>
              <a:t>	</a:t>
            </a:r>
            <a:r>
              <a:rPr sz="2950" b="1" spc="-275" dirty="0">
                <a:solidFill>
                  <a:srgbClr val="080705"/>
                </a:solidFill>
                <a:latin typeface="Arial"/>
                <a:cs typeface="Arial"/>
              </a:rPr>
              <a:t>Structured</a:t>
            </a:r>
            <a:r>
              <a:rPr sz="2950" b="1" spc="6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275" dirty="0">
                <a:solidFill>
                  <a:srgbClr val="080705"/>
                </a:solidFill>
                <a:latin typeface="Arial"/>
                <a:cs typeface="Arial"/>
              </a:rPr>
              <a:t>Content</a:t>
            </a:r>
            <a:r>
              <a:rPr sz="2950" b="1" spc="5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195" dirty="0">
                <a:solidFill>
                  <a:srgbClr val="080705"/>
                </a:solidFill>
                <a:latin typeface="Arial"/>
                <a:cs typeface="Arial"/>
              </a:rPr>
              <a:t>(e.g.,</a:t>
            </a:r>
            <a:r>
              <a:rPr sz="2950" b="1" spc="-23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950" b="1" spc="-300" dirty="0">
                <a:solidFill>
                  <a:srgbClr val="080705"/>
                </a:solidFill>
                <a:latin typeface="Arial"/>
                <a:cs typeface="Arial"/>
              </a:rPr>
              <a:t>DITA/XML)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1850" y="4576993"/>
            <a:ext cx="262953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i="1" spc="-21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50" i="1" spc="-14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20" dirty="0">
                <a:solidFill>
                  <a:srgbClr val="1F1F1A"/>
                </a:solidFill>
                <a:latin typeface="Arial"/>
                <a:cs typeface="Arial"/>
              </a:rPr>
              <a:t>infants</a:t>
            </a:r>
            <a:r>
              <a:rPr sz="2550" i="1" spc="-120" dirty="0">
                <a:solidFill>
                  <a:srgbClr val="363638"/>
                </a:solidFill>
                <a:latin typeface="Arial"/>
                <a:cs typeface="Arial"/>
              </a:rPr>
              <a:t>,</a:t>
            </a:r>
            <a:r>
              <a:rPr sz="2550" i="1" spc="-19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2550" i="1" spc="-170" dirty="0">
                <a:solidFill>
                  <a:srgbClr val="1F1F1A"/>
                </a:solidFill>
                <a:latin typeface="Arial"/>
                <a:cs typeface="Arial"/>
              </a:rPr>
              <a:t>take</a:t>
            </a:r>
            <a:r>
              <a:rPr sz="2550" i="1" spc="-27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00" dirty="0">
                <a:solidFill>
                  <a:srgbClr val="1F1F1A"/>
                </a:solidFill>
                <a:latin typeface="Arial"/>
                <a:cs typeface="Arial"/>
              </a:rPr>
              <a:t>2ml.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409" y="4136561"/>
            <a:ext cx="57023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1" spc="-580" dirty="0">
                <a:solidFill>
                  <a:srgbClr val="BF4B52"/>
                </a:solidFill>
                <a:latin typeface="Arial"/>
                <a:cs typeface="Arial"/>
              </a:rPr>
              <a:t>X</a:t>
            </a:r>
            <a:endParaRPr sz="7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06659" y="3410407"/>
            <a:ext cx="1337945" cy="0"/>
          </a:xfrm>
          <a:custGeom>
            <a:avLst/>
            <a:gdLst/>
            <a:ahLst/>
            <a:cxnLst/>
            <a:rect l="l" t="t" r="r" b="b"/>
            <a:pathLst>
              <a:path w="1337945">
                <a:moveTo>
                  <a:pt x="0" y="0"/>
                </a:moveTo>
                <a:lnTo>
                  <a:pt x="1337891" y="0"/>
                </a:lnTo>
              </a:path>
            </a:pathLst>
          </a:custGeom>
          <a:ln w="16812">
            <a:solidFill>
              <a:srgbClr val="BCB9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745158" y="3243729"/>
            <a:ext cx="633730" cy="5251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500" spc="2085" dirty="0">
                <a:solidFill>
                  <a:srgbClr val="4F4F46"/>
                </a:solidFill>
                <a:latin typeface="Arial"/>
                <a:cs typeface="Arial"/>
              </a:rPr>
              <a:t>{</a:t>
            </a:r>
            <a:endParaRPr sz="15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10"/>
              </a:spcBef>
            </a:pPr>
            <a:r>
              <a:rPr sz="1600" spc="2210" dirty="0">
                <a:solidFill>
                  <a:srgbClr val="706D66"/>
                </a:solidFill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23569" y="3466338"/>
            <a:ext cx="40259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750" spc="2425" dirty="0">
                <a:solidFill>
                  <a:srgbClr val="4F4F46"/>
                </a:solidFill>
                <a:latin typeface="Times New Roman"/>
                <a:cs typeface="Times New Roman"/>
              </a:rPr>
              <a:t>[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82830" y="3772727"/>
            <a:ext cx="4537075" cy="1389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337185" algn="ctr">
              <a:lnSpc>
                <a:spcPts val="3715"/>
              </a:lnSpc>
              <a:spcBef>
                <a:spcPts val="114"/>
              </a:spcBef>
            </a:pPr>
            <a:r>
              <a:rPr sz="3350" dirty="0">
                <a:solidFill>
                  <a:srgbClr val="BDBAB5"/>
                </a:solidFill>
                <a:latin typeface="Times New Roman"/>
                <a:cs typeface="Times New Roman"/>
              </a:rPr>
              <a:t>-</a:t>
            </a:r>
            <a:r>
              <a:rPr sz="3350" spc="45" dirty="0">
                <a:solidFill>
                  <a:srgbClr val="BDBAB5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706D66"/>
                </a:solidFill>
                <a:latin typeface="Arial"/>
                <a:cs typeface="Arial"/>
              </a:rPr>
              <a:t>]</a:t>
            </a:r>
            <a:endParaRPr sz="1600">
              <a:latin typeface="Arial"/>
              <a:cs typeface="Arial"/>
            </a:endParaRPr>
          </a:p>
          <a:p>
            <a:pPr marL="12065">
              <a:lnSpc>
                <a:spcPts val="1675"/>
              </a:lnSpc>
            </a:pPr>
            <a:r>
              <a:rPr sz="1650" spc="1190" dirty="0">
                <a:solidFill>
                  <a:srgbClr val="4F4F46"/>
                </a:solidFill>
                <a:latin typeface="Arial"/>
                <a:cs typeface="Arial"/>
              </a:rPr>
              <a:t>[</a:t>
            </a:r>
            <a:r>
              <a:rPr sz="1650" spc="1190" dirty="0">
                <a:solidFill>
                  <a:srgbClr val="BDBAB5"/>
                </a:solidFill>
                <a:latin typeface="Arial"/>
                <a:cs typeface="Arial"/>
              </a:rPr>
              <a:t>-</a:t>
            </a:r>
            <a:r>
              <a:rPr sz="1650" spc="1250" dirty="0">
                <a:solidFill>
                  <a:srgbClr val="BDBAB5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250" spc="-365" dirty="0">
                <a:solidFill>
                  <a:srgbClr val="363638"/>
                </a:solidFill>
                <a:latin typeface="Courier New"/>
                <a:cs typeface="Courier New"/>
              </a:rPr>
              <a:t>&lt;</a:t>
            </a:r>
            <a:r>
              <a:rPr sz="2250" spc="-365" dirty="0">
                <a:solidFill>
                  <a:srgbClr val="1F1F1A"/>
                </a:solidFill>
                <a:latin typeface="Courier New"/>
                <a:cs typeface="Courier New"/>
              </a:rPr>
              <a:t>do</a:t>
            </a:r>
            <a:r>
              <a:rPr sz="2250" spc="-365" dirty="0">
                <a:solidFill>
                  <a:srgbClr val="363638"/>
                </a:solidFill>
                <a:latin typeface="Courier New"/>
                <a:cs typeface="Courier New"/>
              </a:rPr>
              <a:t>s</a:t>
            </a:r>
            <a:r>
              <a:rPr sz="2250" spc="-365" dirty="0">
                <a:solidFill>
                  <a:srgbClr val="1F1F1A"/>
                </a:solidFill>
                <a:latin typeface="Courier New"/>
                <a:cs typeface="Courier New"/>
              </a:rPr>
              <a:t>a</a:t>
            </a:r>
            <a:r>
              <a:rPr sz="2250" spc="-365" dirty="0">
                <a:solidFill>
                  <a:srgbClr val="363638"/>
                </a:solidFill>
                <a:latin typeface="Courier New"/>
                <a:cs typeface="Courier New"/>
              </a:rPr>
              <a:t>g</a:t>
            </a:r>
            <a:r>
              <a:rPr sz="2250" spc="-365" dirty="0">
                <a:solidFill>
                  <a:srgbClr val="1F1F1A"/>
                </a:solidFill>
                <a:latin typeface="Courier New"/>
                <a:cs typeface="Courier New"/>
              </a:rPr>
              <a:t>e</a:t>
            </a:r>
            <a:r>
              <a:rPr sz="2250" spc="-1025" dirty="0">
                <a:solidFill>
                  <a:srgbClr val="1F1F1A"/>
                </a:solidFill>
                <a:latin typeface="Courier New"/>
                <a:cs typeface="Courier New"/>
              </a:rPr>
              <a:t> </a:t>
            </a:r>
            <a:r>
              <a:rPr sz="2250" spc="-420" dirty="0">
                <a:solidFill>
                  <a:srgbClr val="A59782"/>
                </a:solidFill>
                <a:latin typeface="Courier New"/>
                <a:cs typeface="Courier New"/>
              </a:rPr>
              <a:t>audience="infant"</a:t>
            </a:r>
            <a:r>
              <a:rPr sz="2250" spc="-420" dirty="0">
                <a:solidFill>
                  <a:srgbClr val="1F1F1A"/>
                </a:solidFill>
                <a:latin typeface="Courier New"/>
                <a:cs typeface="Courier New"/>
              </a:rPr>
              <a:t>&gt;2m</a:t>
            </a:r>
            <a:r>
              <a:rPr sz="2250" spc="-420" dirty="0">
                <a:solidFill>
                  <a:srgbClr val="363638"/>
                </a:solidFill>
                <a:latin typeface="Courier New"/>
                <a:cs typeface="Courier New"/>
              </a:rPr>
              <a:t>l</a:t>
            </a:r>
            <a:r>
              <a:rPr sz="2250" spc="-420" dirty="0">
                <a:solidFill>
                  <a:srgbClr val="1F1F1A"/>
                </a:solidFill>
                <a:latin typeface="Courier New"/>
                <a:cs typeface="Courier New"/>
              </a:rPr>
              <a:t>&lt;</a:t>
            </a:r>
            <a:r>
              <a:rPr sz="2250" spc="-420" dirty="0">
                <a:solidFill>
                  <a:srgbClr val="363638"/>
                </a:solidFill>
                <a:latin typeface="Courier New"/>
                <a:cs typeface="Courier New"/>
              </a:rPr>
              <a:t>/</a:t>
            </a:r>
            <a:r>
              <a:rPr sz="2250" spc="-420" dirty="0">
                <a:solidFill>
                  <a:srgbClr val="1F1F1A"/>
                </a:solidFill>
                <a:latin typeface="Courier New"/>
                <a:cs typeface="Courier New"/>
              </a:rPr>
              <a:t>do</a:t>
            </a:r>
            <a:r>
              <a:rPr sz="2250" spc="-420" dirty="0">
                <a:solidFill>
                  <a:srgbClr val="363638"/>
                </a:solidFill>
                <a:latin typeface="Courier New"/>
                <a:cs typeface="Courier New"/>
              </a:rPr>
              <a:t>s</a:t>
            </a:r>
            <a:r>
              <a:rPr sz="2250" spc="-420" dirty="0">
                <a:solidFill>
                  <a:srgbClr val="1F1F1A"/>
                </a:solidFill>
                <a:latin typeface="Courier New"/>
                <a:cs typeface="Courier New"/>
              </a:rPr>
              <a:t>a</a:t>
            </a:r>
            <a:r>
              <a:rPr sz="2250" spc="-420" dirty="0">
                <a:solidFill>
                  <a:srgbClr val="363638"/>
                </a:solidFill>
                <a:latin typeface="Courier New"/>
                <a:cs typeface="Courier New"/>
              </a:rPr>
              <a:t>ge</a:t>
            </a:r>
            <a:r>
              <a:rPr sz="2250" spc="-420" dirty="0">
                <a:solidFill>
                  <a:srgbClr val="1F1F1A"/>
                </a:solidFill>
                <a:latin typeface="Courier New"/>
                <a:cs typeface="Courier New"/>
              </a:rPr>
              <a:t>&gt;</a:t>
            </a:r>
            <a:endParaRPr sz="2250">
              <a:latin typeface="Courier New"/>
              <a:cs typeface="Courier New"/>
            </a:endParaRPr>
          </a:p>
          <a:p>
            <a:pPr marL="12065">
              <a:lnSpc>
                <a:spcPct val="100000"/>
              </a:lnSpc>
              <a:spcBef>
                <a:spcPts val="515"/>
              </a:spcBef>
            </a:pPr>
            <a:r>
              <a:rPr sz="1650" spc="335" dirty="0">
                <a:solidFill>
                  <a:srgbClr val="4F4F46"/>
                </a:solidFill>
                <a:latin typeface="Arial"/>
                <a:cs typeface="Arial"/>
              </a:rPr>
              <a:t>[</a:t>
            </a:r>
            <a:r>
              <a:rPr sz="1650" spc="335" dirty="0">
                <a:solidFill>
                  <a:srgbClr val="BDBAB5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7989" y="5413176"/>
            <a:ext cx="1111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600" spc="265" dirty="0">
                <a:solidFill>
                  <a:srgbClr val="706D66"/>
                </a:solidFill>
                <a:latin typeface="Arial"/>
                <a:cs typeface="Arial"/>
              </a:rPr>
              <a:t>[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3563" y="5668500"/>
            <a:ext cx="1111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600" spc="265" dirty="0">
                <a:solidFill>
                  <a:srgbClr val="706D66"/>
                </a:solidFill>
                <a:latin typeface="Arial"/>
                <a:cs typeface="Arial"/>
              </a:rPr>
              <a:t>]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55303" y="4098263"/>
            <a:ext cx="1198880" cy="1113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100" spc="2190" dirty="0">
                <a:solidFill>
                  <a:srgbClr val="6E9079"/>
                </a:solidFill>
                <a:latin typeface="Arial"/>
                <a:cs typeface="Arial"/>
              </a:rPr>
              <a:t>✓</a:t>
            </a:r>
            <a:endParaRPr sz="7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9700" y="6728089"/>
            <a:ext cx="7360284" cy="2541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">
              <a:lnSpc>
                <a:spcPts val="2880"/>
              </a:lnSpc>
              <a:spcBef>
                <a:spcPts val="110"/>
              </a:spcBef>
            </a:pPr>
            <a:r>
              <a:rPr sz="2500" spc="-155" dirty="0">
                <a:solidFill>
                  <a:srgbClr val="1F1F1A"/>
                </a:solidFill>
                <a:latin typeface="Arial"/>
                <a:cs typeface="Arial"/>
              </a:rPr>
              <a:t>The</a:t>
            </a:r>
            <a:r>
              <a:rPr sz="2500" spc="-16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75" dirty="0">
                <a:solidFill>
                  <a:srgbClr val="1F1F1A"/>
                </a:solidFill>
                <a:latin typeface="Arial"/>
                <a:cs typeface="Arial"/>
              </a:rPr>
              <a:t>document</a:t>
            </a:r>
            <a:r>
              <a:rPr sz="2500" spc="2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65" dirty="0">
                <a:solidFill>
                  <a:srgbClr val="1F1F1A"/>
                </a:solidFill>
                <a:latin typeface="Arial"/>
                <a:cs typeface="Arial"/>
              </a:rPr>
              <a:t>uses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10" dirty="0">
                <a:solidFill>
                  <a:srgbClr val="1F1F1A"/>
                </a:solidFill>
                <a:latin typeface="Arial"/>
                <a:cs typeface="Arial"/>
              </a:rPr>
              <a:t>formatting</a:t>
            </a:r>
            <a:r>
              <a:rPr sz="2500" spc="-105" dirty="0">
                <a:solidFill>
                  <a:srgbClr val="1F1F1A"/>
                </a:solidFill>
                <a:latin typeface="Arial"/>
                <a:cs typeface="Arial"/>
              </a:rPr>
              <a:t> like</a:t>
            </a:r>
            <a:r>
              <a:rPr sz="2500" spc="-24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50" dirty="0">
                <a:solidFill>
                  <a:srgbClr val="1F1F1A"/>
                </a:solidFill>
                <a:latin typeface="Arial"/>
                <a:cs typeface="Arial"/>
              </a:rPr>
              <a:t>talics</a:t>
            </a:r>
            <a:r>
              <a:rPr sz="2500" spc="-30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00" spc="-3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80" dirty="0">
                <a:solidFill>
                  <a:srgbClr val="1F1F1A"/>
                </a:solidFill>
                <a:latin typeface="Arial"/>
                <a:cs typeface="Arial"/>
              </a:rPr>
              <a:t>subheadings:</a:t>
            </a:r>
            <a:endParaRPr sz="2500">
              <a:latin typeface="Arial"/>
              <a:cs typeface="Arial"/>
            </a:endParaRPr>
          </a:p>
          <a:p>
            <a:pPr marL="34290">
              <a:lnSpc>
                <a:spcPts val="2940"/>
              </a:lnSpc>
            </a:pPr>
            <a:r>
              <a:rPr sz="2550" i="1" spc="-21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50" i="1" spc="-1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10" dirty="0">
                <a:solidFill>
                  <a:srgbClr val="1F1F1A"/>
                </a:solidFill>
                <a:latin typeface="Arial"/>
                <a:cs typeface="Arial"/>
              </a:rPr>
              <a:t>adults,</a:t>
            </a:r>
            <a:r>
              <a:rPr sz="2550" i="1" spc="-20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21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50" i="1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70" dirty="0">
                <a:solidFill>
                  <a:srgbClr val="1F1F1A"/>
                </a:solidFill>
                <a:latin typeface="Arial"/>
                <a:cs typeface="Arial"/>
              </a:rPr>
              <a:t>teenagers,</a:t>
            </a:r>
            <a:r>
              <a:rPr sz="2550" i="1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75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50" i="1" spc="-24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14" dirty="0">
                <a:solidFill>
                  <a:srgbClr val="1F1F1A"/>
                </a:solidFill>
                <a:latin typeface="Arial"/>
                <a:cs typeface="Arial"/>
              </a:rPr>
              <a:t>children,</a:t>
            </a:r>
            <a:r>
              <a:rPr sz="2550" i="1" spc="-9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21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50" i="1" spc="-5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50" i="1" spc="-10" dirty="0">
                <a:solidFill>
                  <a:srgbClr val="1F1F1A"/>
                </a:solidFill>
                <a:latin typeface="Arial"/>
                <a:cs typeface="Arial"/>
              </a:rPr>
              <a:t>nfants.</a:t>
            </a:r>
            <a:endParaRPr sz="2550">
              <a:latin typeface="Arial"/>
              <a:cs typeface="Arial"/>
            </a:endParaRPr>
          </a:p>
          <a:p>
            <a:pPr marL="15240" marR="5080" indent="13335">
              <a:lnSpc>
                <a:spcPts val="2810"/>
              </a:lnSpc>
              <a:spcBef>
                <a:spcPts val="1365"/>
              </a:spcBef>
            </a:pPr>
            <a:r>
              <a:rPr sz="2500" spc="-195" dirty="0">
                <a:solidFill>
                  <a:srgbClr val="1F1F1A"/>
                </a:solidFill>
                <a:latin typeface="Arial"/>
                <a:cs typeface="Arial"/>
              </a:rPr>
              <a:t>The</a:t>
            </a:r>
            <a:r>
              <a:rPr sz="2500" spc="-12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LLM</a:t>
            </a:r>
            <a:r>
              <a:rPr sz="2500" spc="-204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45" dirty="0">
                <a:solidFill>
                  <a:srgbClr val="1F1F1A"/>
                </a:solidFill>
                <a:latin typeface="Arial"/>
                <a:cs typeface="Arial"/>
              </a:rPr>
              <a:t>ca</a:t>
            </a:r>
            <a:r>
              <a:rPr sz="2500" spc="-145" dirty="0">
                <a:solidFill>
                  <a:srgbClr val="363638"/>
                </a:solidFill>
                <a:latin typeface="Arial"/>
                <a:cs typeface="Arial"/>
              </a:rPr>
              <a:t>n</a:t>
            </a:r>
            <a:r>
              <a:rPr sz="2500" spc="-145" dirty="0">
                <a:solidFill>
                  <a:srgbClr val="1F1F1A"/>
                </a:solidFill>
                <a:latin typeface="Arial"/>
                <a:cs typeface="Arial"/>
              </a:rPr>
              <a:t>not</a:t>
            </a:r>
            <a:r>
              <a:rPr sz="2500" spc="-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1F1F1A"/>
                </a:solidFill>
                <a:latin typeface="Arial"/>
                <a:cs typeface="Arial"/>
              </a:rPr>
              <a:t>reliably</a:t>
            </a:r>
            <a:r>
              <a:rPr sz="2500" spc="-1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d</a:t>
            </a:r>
            <a:r>
              <a:rPr sz="2500" spc="-10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stingu</a:t>
            </a:r>
            <a:r>
              <a:rPr sz="2500" spc="-10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sh</a:t>
            </a:r>
            <a:r>
              <a:rPr sz="2500" spc="-36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30" dirty="0">
                <a:solidFill>
                  <a:srgbClr val="080705"/>
                </a:solidFill>
                <a:latin typeface="Arial"/>
                <a:cs typeface="Arial"/>
              </a:rPr>
              <a:t>these</a:t>
            </a:r>
            <a:r>
              <a:rPr sz="2500" spc="-10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00" spc="-185" dirty="0">
                <a:solidFill>
                  <a:srgbClr val="1F1F1A"/>
                </a:solidFill>
                <a:latin typeface="Arial"/>
                <a:cs typeface="Arial"/>
              </a:rPr>
              <a:t>audiences</a:t>
            </a:r>
            <a:r>
              <a:rPr sz="2500" spc="-1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5" dirty="0">
                <a:solidFill>
                  <a:srgbClr val="1F1F1A"/>
                </a:solidFill>
                <a:latin typeface="Arial"/>
                <a:cs typeface="Arial"/>
              </a:rPr>
              <a:t>based on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50" dirty="0">
                <a:solidFill>
                  <a:srgbClr val="1F1F1A"/>
                </a:solidFill>
                <a:latin typeface="Arial"/>
                <a:cs typeface="Arial"/>
              </a:rPr>
              <a:t>visual</a:t>
            </a:r>
            <a:r>
              <a:rPr sz="2500" spc="-1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95" dirty="0">
                <a:solidFill>
                  <a:srgbClr val="1F1F1A"/>
                </a:solidFill>
                <a:latin typeface="Arial"/>
                <a:cs typeface="Arial"/>
              </a:rPr>
              <a:t>styling</a:t>
            </a:r>
            <a:r>
              <a:rPr sz="2500" spc="-21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60" dirty="0">
                <a:solidFill>
                  <a:srgbClr val="1F1F1A"/>
                </a:solidFill>
                <a:latin typeface="Arial"/>
                <a:cs typeface="Arial"/>
              </a:rPr>
              <a:t>alone.</a:t>
            </a:r>
            <a:r>
              <a:rPr sz="2500" spc="-24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1F1A"/>
                </a:solidFill>
                <a:latin typeface="Arial"/>
                <a:cs typeface="Arial"/>
              </a:rPr>
              <a:t>It</a:t>
            </a:r>
            <a:r>
              <a:rPr sz="2500" spc="8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20" dirty="0">
                <a:solidFill>
                  <a:srgbClr val="1F1F1A"/>
                </a:solidFill>
                <a:latin typeface="Arial"/>
                <a:cs typeface="Arial"/>
              </a:rPr>
              <a:t>might</a:t>
            </a:r>
            <a:r>
              <a:rPr sz="2500" spc="-15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50" dirty="0">
                <a:solidFill>
                  <a:srgbClr val="1F1F1A"/>
                </a:solidFill>
                <a:latin typeface="Arial"/>
                <a:cs typeface="Arial"/>
              </a:rPr>
              <a:t>grab</a:t>
            </a:r>
            <a:r>
              <a:rPr sz="2500" spc="-9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80" dirty="0">
                <a:solidFill>
                  <a:srgbClr val="1F1F1A"/>
                </a:solidFill>
                <a:latin typeface="Arial"/>
                <a:cs typeface="Arial"/>
              </a:rPr>
              <a:t>the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40" dirty="0">
                <a:solidFill>
                  <a:srgbClr val="1F1F1A"/>
                </a:solidFill>
                <a:latin typeface="Arial"/>
                <a:cs typeface="Arial"/>
              </a:rPr>
              <a:t>wrong</a:t>
            </a:r>
            <a:r>
              <a:rPr sz="2500" spc="-1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65" dirty="0">
                <a:solidFill>
                  <a:srgbClr val="1F1F1A"/>
                </a:solidFill>
                <a:latin typeface="Arial"/>
                <a:cs typeface="Arial"/>
              </a:rPr>
              <a:t>dosage,</a:t>
            </a:r>
            <a:r>
              <a:rPr sz="2500" spc="-204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1F1F1A"/>
                </a:solidFill>
                <a:latin typeface="Arial"/>
                <a:cs typeface="Arial"/>
              </a:rPr>
              <a:t>as </a:t>
            </a:r>
            <a:r>
              <a:rPr sz="2500" dirty="0">
                <a:solidFill>
                  <a:srgbClr val="1F1F1A"/>
                </a:solidFill>
                <a:latin typeface="Arial"/>
                <a:cs typeface="Arial"/>
              </a:rPr>
              <a:t>it</a:t>
            </a:r>
            <a:r>
              <a:rPr sz="2500" spc="3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45" dirty="0">
                <a:solidFill>
                  <a:srgbClr val="1F1F1A"/>
                </a:solidFill>
                <a:latin typeface="Arial"/>
                <a:cs typeface="Arial"/>
              </a:rPr>
              <a:t>lacks</a:t>
            </a:r>
            <a:r>
              <a:rPr sz="2500" spc="-14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5" dirty="0">
                <a:solidFill>
                  <a:srgbClr val="1F1F1A"/>
                </a:solidFill>
                <a:latin typeface="Arial"/>
                <a:cs typeface="Arial"/>
              </a:rPr>
              <a:t>explicit</a:t>
            </a:r>
            <a:r>
              <a:rPr sz="2500" spc="-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1F1A"/>
                </a:solidFill>
                <a:latin typeface="Arial"/>
                <a:cs typeface="Arial"/>
              </a:rPr>
              <a:t>context.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550" b="1" spc="-215" dirty="0">
                <a:solidFill>
                  <a:srgbClr val="080705"/>
                </a:solidFill>
                <a:latin typeface="Arial"/>
                <a:cs typeface="Arial"/>
              </a:rPr>
              <a:t>Result:</a:t>
            </a:r>
            <a:r>
              <a:rPr sz="2550" b="1" spc="-36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225" dirty="0">
                <a:solidFill>
                  <a:srgbClr val="080705"/>
                </a:solidFill>
                <a:latin typeface="Arial"/>
                <a:cs typeface="Arial"/>
              </a:rPr>
              <a:t>High</a:t>
            </a:r>
            <a:r>
              <a:rPr sz="2550" b="1" spc="-26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170" dirty="0">
                <a:solidFill>
                  <a:srgbClr val="080705"/>
                </a:solidFill>
                <a:latin typeface="Arial"/>
                <a:cs typeface="Arial"/>
              </a:rPr>
              <a:t>risk</a:t>
            </a:r>
            <a:r>
              <a:rPr sz="2550" b="1" spc="-31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175" dirty="0">
                <a:solidFill>
                  <a:srgbClr val="080705"/>
                </a:solidFill>
                <a:latin typeface="Arial"/>
                <a:cs typeface="Arial"/>
              </a:rPr>
              <a:t>of</a:t>
            </a:r>
            <a:r>
              <a:rPr sz="2550" b="1" spc="-25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165" dirty="0">
                <a:solidFill>
                  <a:srgbClr val="080705"/>
                </a:solidFill>
                <a:latin typeface="Arial"/>
                <a:cs typeface="Arial"/>
              </a:rPr>
              <a:t>critical</a:t>
            </a:r>
            <a:r>
              <a:rPr sz="2550" b="1" spc="-22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80705"/>
                </a:solidFill>
                <a:latin typeface="Arial"/>
                <a:cs typeface="Arial"/>
              </a:rPr>
              <a:t>error.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96409" y="6728089"/>
            <a:ext cx="8227059" cy="2908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905"/>
              </a:lnSpc>
              <a:spcBef>
                <a:spcPts val="110"/>
              </a:spcBef>
            </a:pPr>
            <a:r>
              <a:rPr sz="2500" spc="-235" dirty="0">
                <a:solidFill>
                  <a:srgbClr val="1F1F1A"/>
                </a:solidFill>
                <a:latin typeface="Arial"/>
                <a:cs typeface="Arial"/>
              </a:rPr>
              <a:t>Each</a:t>
            </a:r>
            <a:r>
              <a:rPr sz="2500" spc="-14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75" dirty="0">
                <a:solidFill>
                  <a:srgbClr val="1F1F1A"/>
                </a:solidFill>
                <a:latin typeface="Arial"/>
                <a:cs typeface="Arial"/>
              </a:rPr>
              <a:t>dosage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1F1F1A"/>
                </a:solidFill>
                <a:latin typeface="Arial"/>
                <a:cs typeface="Arial"/>
              </a:rPr>
              <a:t>instruction</a:t>
            </a:r>
            <a:r>
              <a:rPr sz="2500" spc="-1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1F1F1A"/>
                </a:solidFill>
                <a:latin typeface="Arial"/>
                <a:cs typeface="Arial"/>
              </a:rPr>
              <a:t>is</a:t>
            </a:r>
            <a:r>
              <a:rPr sz="2500" spc="-16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35" dirty="0">
                <a:solidFill>
                  <a:srgbClr val="1F1F1A"/>
                </a:solidFill>
                <a:latin typeface="Arial"/>
                <a:cs typeface="Arial"/>
              </a:rPr>
              <a:t>tagged</a:t>
            </a:r>
            <a:r>
              <a:rPr sz="2500" spc="-11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30" dirty="0">
                <a:solidFill>
                  <a:srgbClr val="1F1F1A"/>
                </a:solidFill>
                <a:latin typeface="Arial"/>
                <a:cs typeface="Arial"/>
              </a:rPr>
              <a:t>w</a:t>
            </a:r>
            <a:r>
              <a:rPr sz="2500" spc="-3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30" dirty="0">
                <a:solidFill>
                  <a:srgbClr val="1F1F1A"/>
                </a:solidFill>
                <a:latin typeface="Arial"/>
                <a:cs typeface="Arial"/>
              </a:rPr>
              <a:t>th</a:t>
            </a:r>
            <a:r>
              <a:rPr sz="2500" spc="-31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1F1F1A"/>
                </a:solidFill>
                <a:latin typeface="Arial"/>
                <a:cs typeface="Arial"/>
              </a:rPr>
              <a:t>specific</a:t>
            </a:r>
            <a:r>
              <a:rPr sz="2500" spc="-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1F1A"/>
                </a:solidFill>
                <a:latin typeface="Arial"/>
                <a:cs typeface="Arial"/>
              </a:rPr>
              <a:t>metadata</a:t>
            </a:r>
            <a:r>
              <a:rPr sz="2500" spc="-10" dirty="0">
                <a:solidFill>
                  <a:srgbClr val="363638"/>
                </a:solidFill>
                <a:latin typeface="Arial"/>
                <a:cs typeface="Arial"/>
              </a:rPr>
              <a:t>:</a:t>
            </a:r>
            <a:endParaRPr sz="2500">
              <a:latin typeface="Arial"/>
              <a:cs typeface="Arial"/>
            </a:endParaRPr>
          </a:p>
          <a:p>
            <a:pPr marL="14604" marR="1104265" indent="4445">
              <a:lnSpc>
                <a:spcPts val="2810"/>
              </a:lnSpc>
              <a:spcBef>
                <a:spcPts val="160"/>
              </a:spcBef>
            </a:pPr>
            <a:r>
              <a:rPr sz="2500" spc="-85" dirty="0">
                <a:solidFill>
                  <a:srgbClr val="1F1F1A"/>
                </a:solidFill>
                <a:latin typeface="Arial"/>
                <a:cs typeface="Arial"/>
              </a:rPr>
              <a:t>&lt;audience=</a:t>
            </a:r>
            <a:r>
              <a:rPr sz="2500" spc="-85" dirty="0">
                <a:solidFill>
                  <a:srgbClr val="363638"/>
                </a:solidFill>
                <a:latin typeface="Arial"/>
                <a:cs typeface="Arial"/>
              </a:rPr>
              <a:t>"</a:t>
            </a:r>
            <a:r>
              <a:rPr sz="2500" spc="-85" dirty="0">
                <a:solidFill>
                  <a:srgbClr val="1F1F1A"/>
                </a:solidFill>
                <a:latin typeface="Arial"/>
                <a:cs typeface="Arial"/>
              </a:rPr>
              <a:t>infant</a:t>
            </a:r>
            <a:r>
              <a:rPr sz="2500" spc="-85" dirty="0">
                <a:solidFill>
                  <a:srgbClr val="363638"/>
                </a:solidFill>
                <a:latin typeface="Arial"/>
                <a:cs typeface="Arial"/>
              </a:rPr>
              <a:t>"</a:t>
            </a:r>
            <a:r>
              <a:rPr sz="2500" spc="-85" dirty="0">
                <a:solidFill>
                  <a:srgbClr val="1F1F1A"/>
                </a:solidFill>
                <a:latin typeface="Arial"/>
                <a:cs typeface="Arial"/>
              </a:rPr>
              <a:t>&gt;,</a:t>
            </a:r>
            <a:r>
              <a:rPr sz="2500" spc="-22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95" dirty="0">
                <a:solidFill>
                  <a:srgbClr val="1F1F1A"/>
                </a:solidFill>
                <a:latin typeface="Arial"/>
                <a:cs typeface="Arial"/>
              </a:rPr>
              <a:t>&lt;audience="adu</a:t>
            </a:r>
            <a:r>
              <a:rPr sz="2500" spc="-95" dirty="0">
                <a:solidFill>
                  <a:srgbClr val="363638"/>
                </a:solidFill>
                <a:latin typeface="Arial"/>
                <a:cs typeface="Arial"/>
              </a:rPr>
              <a:t>l</a:t>
            </a:r>
            <a:r>
              <a:rPr sz="2500" spc="-95" dirty="0">
                <a:solidFill>
                  <a:srgbClr val="1F1F1A"/>
                </a:solidFill>
                <a:latin typeface="Arial"/>
                <a:cs typeface="Arial"/>
              </a:rPr>
              <a:t>t"&gt;.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300" dirty="0">
                <a:solidFill>
                  <a:srgbClr val="1F1F1A"/>
                </a:solidFill>
                <a:latin typeface="Arial"/>
                <a:cs typeface="Arial"/>
              </a:rPr>
              <a:t>A</a:t>
            </a:r>
            <a:r>
              <a:rPr sz="2500" spc="-13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20" dirty="0">
                <a:solidFill>
                  <a:srgbClr val="1F1F1A"/>
                </a:solidFill>
                <a:latin typeface="Arial"/>
                <a:cs typeface="Arial"/>
              </a:rPr>
              <a:t>knowledge </a:t>
            </a:r>
            <a:r>
              <a:rPr sz="2500" spc="-150" dirty="0">
                <a:solidFill>
                  <a:srgbClr val="1F1F1A"/>
                </a:solidFill>
                <a:latin typeface="Arial"/>
                <a:cs typeface="Arial"/>
              </a:rPr>
              <a:t>graph</a:t>
            </a:r>
            <a:r>
              <a:rPr sz="2500" spc="-18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30" dirty="0">
                <a:solidFill>
                  <a:srgbClr val="1F1F1A"/>
                </a:solidFill>
                <a:latin typeface="Arial"/>
                <a:cs typeface="Arial"/>
              </a:rPr>
              <a:t>connects</a:t>
            </a:r>
            <a:r>
              <a:rPr sz="2500" spc="-11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35" dirty="0">
                <a:solidFill>
                  <a:srgbClr val="1F1F1A"/>
                </a:solidFill>
                <a:latin typeface="Arial"/>
                <a:cs typeface="Arial"/>
              </a:rPr>
              <a:t>these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tags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1F1F1A"/>
                </a:solidFill>
                <a:latin typeface="Arial"/>
                <a:cs typeface="Arial"/>
              </a:rPr>
              <a:t>to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1F1F1A"/>
                </a:solidFill>
                <a:latin typeface="Arial"/>
                <a:cs typeface="Arial"/>
              </a:rPr>
              <a:t>defined</a:t>
            </a:r>
            <a:r>
              <a:rPr sz="2500" spc="-12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65" dirty="0">
                <a:solidFill>
                  <a:srgbClr val="1F1F1A"/>
                </a:solidFill>
                <a:latin typeface="Arial"/>
                <a:cs typeface="Arial"/>
              </a:rPr>
              <a:t>user</a:t>
            </a:r>
            <a:r>
              <a:rPr sz="2500" spc="-10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1F1F1A"/>
                </a:solidFill>
                <a:latin typeface="Arial"/>
                <a:cs typeface="Arial"/>
              </a:rPr>
              <a:t>personas.</a:t>
            </a:r>
            <a:endParaRPr sz="2500">
              <a:latin typeface="Arial"/>
              <a:cs typeface="Arial"/>
            </a:endParaRPr>
          </a:p>
          <a:p>
            <a:pPr marL="17145" marR="861694" indent="635">
              <a:lnSpc>
                <a:spcPts val="2810"/>
              </a:lnSpc>
              <a:spcBef>
                <a:spcPts val="1315"/>
              </a:spcBef>
            </a:pPr>
            <a:r>
              <a:rPr sz="2500" spc="-195" dirty="0">
                <a:solidFill>
                  <a:srgbClr val="080705"/>
                </a:solidFill>
                <a:latin typeface="Arial"/>
                <a:cs typeface="Arial"/>
              </a:rPr>
              <a:t>The</a:t>
            </a:r>
            <a:r>
              <a:rPr sz="2500" spc="-13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00" spc="-220" dirty="0">
                <a:solidFill>
                  <a:srgbClr val="1F1F1A"/>
                </a:solidFill>
                <a:latin typeface="Arial"/>
                <a:cs typeface="Arial"/>
              </a:rPr>
              <a:t>LLM</a:t>
            </a:r>
            <a:r>
              <a:rPr sz="2500" spc="-21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30" dirty="0">
                <a:solidFill>
                  <a:srgbClr val="1F1F1A"/>
                </a:solidFill>
                <a:latin typeface="Arial"/>
                <a:cs typeface="Arial"/>
              </a:rPr>
              <a:t>can</a:t>
            </a:r>
            <a:r>
              <a:rPr sz="2500" spc="-1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use</a:t>
            </a:r>
            <a:r>
              <a:rPr sz="2500" spc="-1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40" dirty="0">
                <a:solidFill>
                  <a:srgbClr val="1F1F1A"/>
                </a:solidFill>
                <a:latin typeface="Arial"/>
                <a:cs typeface="Arial"/>
              </a:rPr>
              <a:t>th</a:t>
            </a:r>
            <a:r>
              <a:rPr sz="2500" spc="-4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40" dirty="0">
                <a:solidFill>
                  <a:srgbClr val="1F1F1A"/>
                </a:solidFill>
                <a:latin typeface="Arial"/>
                <a:cs typeface="Arial"/>
              </a:rPr>
              <a:t>sexpl</a:t>
            </a:r>
            <a:r>
              <a:rPr sz="2500" spc="-40" dirty="0">
                <a:solidFill>
                  <a:srgbClr val="363638"/>
                </a:solidFill>
                <a:latin typeface="Arial"/>
                <a:cs typeface="Arial"/>
              </a:rPr>
              <a:t>i</a:t>
            </a:r>
            <a:r>
              <a:rPr sz="2500" spc="-40" dirty="0">
                <a:solidFill>
                  <a:srgbClr val="1F1F1A"/>
                </a:solidFill>
                <a:latin typeface="Arial"/>
                <a:cs typeface="Arial"/>
              </a:rPr>
              <a:t>cit,</a:t>
            </a:r>
            <a:r>
              <a:rPr sz="2500" spc="-31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55" dirty="0">
                <a:solidFill>
                  <a:srgbClr val="1F1F1A"/>
                </a:solidFill>
                <a:latin typeface="Arial"/>
                <a:cs typeface="Arial"/>
              </a:rPr>
              <a:t>machine-</a:t>
            </a:r>
            <a:r>
              <a:rPr sz="2500" spc="-145" dirty="0">
                <a:solidFill>
                  <a:srgbClr val="1F1F1A"/>
                </a:solidFill>
                <a:latin typeface="Arial"/>
                <a:cs typeface="Arial"/>
              </a:rPr>
              <a:t>readable</a:t>
            </a:r>
            <a:r>
              <a:rPr sz="2500" spc="-20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10" dirty="0">
                <a:solidFill>
                  <a:srgbClr val="1F1F1A"/>
                </a:solidFill>
                <a:latin typeface="Arial"/>
                <a:cs typeface="Arial"/>
              </a:rPr>
              <a:t>context</a:t>
            </a:r>
            <a:r>
              <a:rPr sz="2500" spc="6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1F1F1A"/>
                </a:solidFill>
                <a:latin typeface="Arial"/>
                <a:cs typeface="Arial"/>
              </a:rPr>
              <a:t>to </a:t>
            </a:r>
            <a:r>
              <a:rPr sz="2500" spc="-125" dirty="0">
                <a:solidFill>
                  <a:srgbClr val="1F1F1A"/>
                </a:solidFill>
                <a:latin typeface="Arial"/>
                <a:cs typeface="Arial"/>
              </a:rPr>
              <a:t>retrieve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75" dirty="0">
                <a:solidFill>
                  <a:srgbClr val="1F1F1A"/>
                </a:solidFill>
                <a:latin typeface="Arial"/>
                <a:cs typeface="Arial"/>
              </a:rPr>
              <a:t>the</a:t>
            </a:r>
            <a:r>
              <a:rPr sz="2500" spc="-12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50" i="1" spc="-130" dirty="0">
                <a:solidFill>
                  <a:srgbClr val="1F1F1A"/>
                </a:solidFill>
                <a:latin typeface="Arial"/>
                <a:cs typeface="Arial"/>
              </a:rPr>
              <a:t>exact </a:t>
            </a:r>
            <a:r>
              <a:rPr sz="2500" spc="-110" dirty="0">
                <a:solidFill>
                  <a:srgbClr val="1F1F1A"/>
                </a:solidFill>
                <a:latin typeface="Arial"/>
                <a:cs typeface="Arial"/>
              </a:rPr>
              <a:t>correct</a:t>
            </a:r>
            <a:r>
              <a:rPr sz="2500" spc="-9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70" dirty="0">
                <a:solidFill>
                  <a:srgbClr val="1F1F1A"/>
                </a:solidFill>
                <a:latin typeface="Arial"/>
                <a:cs typeface="Arial"/>
              </a:rPr>
              <a:t>dosage</a:t>
            </a:r>
            <a:r>
              <a:rPr sz="2500" spc="-12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1F1F1A"/>
                </a:solidFill>
                <a:latin typeface="Arial"/>
                <a:cs typeface="Arial"/>
              </a:rPr>
              <a:t>for</a:t>
            </a:r>
            <a:r>
              <a:rPr sz="2500" spc="-13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80" dirty="0">
                <a:solidFill>
                  <a:srgbClr val="1F1F1A"/>
                </a:solidFill>
                <a:latin typeface="Arial"/>
                <a:cs typeface="Arial"/>
              </a:rPr>
              <a:t>the</a:t>
            </a:r>
            <a:r>
              <a:rPr sz="2500" spc="-260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60" dirty="0">
                <a:solidFill>
                  <a:srgbClr val="1F1F1A"/>
                </a:solidFill>
                <a:latin typeface="Arial"/>
                <a:cs typeface="Arial"/>
              </a:rPr>
              <a:t>user's</a:t>
            </a:r>
            <a:r>
              <a:rPr sz="2500" spc="-165" dirty="0">
                <a:solidFill>
                  <a:srgbClr val="1F1F1A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1F1F1A"/>
                </a:solidFill>
                <a:latin typeface="Arial"/>
                <a:cs typeface="Arial"/>
              </a:rPr>
              <a:t>query.</a:t>
            </a:r>
            <a:endParaRPr sz="25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115"/>
              </a:spcBef>
            </a:pPr>
            <a:r>
              <a:rPr sz="2550" b="1" spc="-229" dirty="0">
                <a:solidFill>
                  <a:srgbClr val="080705"/>
                </a:solidFill>
                <a:latin typeface="Arial"/>
                <a:cs typeface="Arial"/>
              </a:rPr>
              <a:t>Result:</a:t>
            </a:r>
            <a:r>
              <a:rPr sz="2550" b="1" spc="-37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225" dirty="0">
                <a:solidFill>
                  <a:srgbClr val="080705"/>
                </a:solidFill>
                <a:latin typeface="Arial"/>
                <a:cs typeface="Arial"/>
              </a:rPr>
              <a:t>High</a:t>
            </a:r>
            <a:r>
              <a:rPr sz="2550" b="1" spc="-29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229" dirty="0">
                <a:solidFill>
                  <a:srgbClr val="080705"/>
                </a:solidFill>
                <a:latin typeface="Arial"/>
                <a:cs typeface="Arial"/>
              </a:rPr>
              <a:t>accuracy</a:t>
            </a:r>
            <a:r>
              <a:rPr sz="2550" b="1" spc="-150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200" dirty="0">
                <a:solidFill>
                  <a:srgbClr val="080705"/>
                </a:solidFill>
                <a:latin typeface="Arial"/>
                <a:cs typeface="Arial"/>
              </a:rPr>
              <a:t>and</a:t>
            </a:r>
            <a:r>
              <a:rPr sz="2550" b="1" spc="-285" dirty="0">
                <a:solidFill>
                  <a:srgbClr val="080705"/>
                </a:solidFill>
                <a:latin typeface="Arial"/>
                <a:cs typeface="Arial"/>
              </a:rPr>
              <a:t> </a:t>
            </a:r>
            <a:r>
              <a:rPr sz="2550" b="1" spc="-20" dirty="0">
                <a:solidFill>
                  <a:srgbClr val="080705"/>
                </a:solidFill>
                <a:latin typeface="Arial"/>
                <a:cs typeface="Arial"/>
              </a:rPr>
              <a:t>safety.</a:t>
            </a:r>
            <a:endParaRPr sz="2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205"/>
              </a:spcBef>
            </a:pPr>
            <a:r>
              <a:rPr sz="1400" spc="-60" dirty="0">
                <a:solidFill>
                  <a:srgbClr val="363638"/>
                </a:solidFill>
                <a:latin typeface="Arial"/>
                <a:cs typeface="Arial"/>
              </a:rPr>
              <a:t>Isl\</a:t>
            </a:r>
            <a:r>
              <a:rPr sz="1400" spc="-2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1F1F1A"/>
                </a:solidFill>
                <a:latin typeface="Arial"/>
                <a:cs typeface="Arial"/>
              </a:rPr>
              <a:t>Not</a:t>
            </a:r>
            <a:r>
              <a:rPr sz="1350" b="1" spc="-10" dirty="0">
                <a:solidFill>
                  <a:srgbClr val="363638"/>
                </a:solidFill>
                <a:latin typeface="Arial"/>
                <a:cs typeface="Arial"/>
              </a:rPr>
              <a:t>eboo</a:t>
            </a:r>
            <a:r>
              <a:rPr sz="1350" b="1" spc="-10" dirty="0">
                <a:solidFill>
                  <a:srgbClr val="1F1F1A"/>
                </a:solidFill>
                <a:latin typeface="Arial"/>
                <a:cs typeface="Arial"/>
              </a:rPr>
              <a:t>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0" y="2681155"/>
            <a:ext cx="3795602" cy="10468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3607" y="3932237"/>
            <a:ext cx="2318119" cy="2527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9110" y="3855639"/>
            <a:ext cx="2623804" cy="26042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5093" y="6740789"/>
            <a:ext cx="3489915" cy="8936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808035" y="3957768"/>
            <a:ext cx="560705" cy="408940"/>
          </a:xfrm>
          <a:custGeom>
            <a:avLst/>
            <a:gdLst/>
            <a:ahLst/>
            <a:cxnLst/>
            <a:rect l="l" t="t" r="r" b="b"/>
            <a:pathLst>
              <a:path w="560704" h="408939">
                <a:moveTo>
                  <a:pt x="38210" y="408516"/>
                </a:moveTo>
                <a:lnTo>
                  <a:pt x="38210" y="0"/>
                </a:lnTo>
              </a:path>
              <a:path w="560704" h="408939">
                <a:moveTo>
                  <a:pt x="0" y="38298"/>
                </a:moveTo>
                <a:lnTo>
                  <a:pt x="560424" y="38298"/>
                </a:lnTo>
              </a:path>
            </a:pathLst>
          </a:custGeom>
          <a:ln w="38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73016" y="606721"/>
            <a:ext cx="813943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75" dirty="0">
                <a:solidFill>
                  <a:srgbClr val="3B3D3F"/>
                </a:solidFill>
                <a:latin typeface="Arial"/>
                <a:cs typeface="Arial"/>
              </a:rPr>
              <a:t>T</a:t>
            </a:r>
            <a:r>
              <a:rPr sz="2650" spc="75" dirty="0">
                <a:solidFill>
                  <a:srgbClr val="24231F"/>
                </a:solidFill>
                <a:latin typeface="Arial"/>
                <a:cs typeface="Arial"/>
              </a:rPr>
              <a:t>h</a:t>
            </a:r>
            <a:r>
              <a:rPr sz="2650" spc="75" dirty="0">
                <a:solidFill>
                  <a:srgbClr val="3B3D3F"/>
                </a:solidFill>
                <a:latin typeface="Arial"/>
                <a:cs typeface="Arial"/>
              </a:rPr>
              <a:t>e</a:t>
            </a:r>
            <a:r>
              <a:rPr sz="2650" spc="-7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24231F"/>
                </a:solidFill>
                <a:latin typeface="Arial"/>
                <a:cs typeface="Arial"/>
              </a:rPr>
              <a:t>Pl</a:t>
            </a:r>
            <a:r>
              <a:rPr sz="2650" spc="90" dirty="0">
                <a:solidFill>
                  <a:srgbClr val="3B3D3F"/>
                </a:solidFill>
                <a:latin typeface="Arial"/>
                <a:cs typeface="Arial"/>
              </a:rPr>
              <a:t>aybook:</a:t>
            </a:r>
            <a:r>
              <a:rPr sz="2650" spc="-15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24231F"/>
                </a:solidFill>
                <a:latin typeface="Arial"/>
                <a:cs typeface="Arial"/>
              </a:rPr>
              <a:t>Putt</a:t>
            </a:r>
            <a:r>
              <a:rPr sz="2650" spc="110" dirty="0">
                <a:solidFill>
                  <a:srgbClr val="3B3D3F"/>
                </a:solidFill>
                <a:latin typeface="Arial"/>
                <a:cs typeface="Arial"/>
              </a:rPr>
              <a:t>ing</a:t>
            </a:r>
            <a:r>
              <a:rPr sz="2650" spc="105" dirty="0">
                <a:solidFill>
                  <a:srgbClr val="3B3D3F"/>
                </a:solidFill>
                <a:latin typeface="Arial"/>
                <a:cs typeface="Arial"/>
              </a:rPr>
              <a:t> the</a:t>
            </a:r>
            <a:r>
              <a:rPr sz="2650" spc="95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24231F"/>
                </a:solidFill>
                <a:latin typeface="Arial"/>
                <a:cs typeface="Arial"/>
              </a:rPr>
              <a:t>E</a:t>
            </a:r>
            <a:r>
              <a:rPr sz="2650" spc="85" dirty="0">
                <a:solidFill>
                  <a:srgbClr val="3B3D3F"/>
                </a:solidFill>
                <a:latin typeface="Arial"/>
                <a:cs typeface="Arial"/>
              </a:rPr>
              <a:t>cosystem</a:t>
            </a:r>
            <a:r>
              <a:rPr sz="2650" spc="-3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24231F"/>
                </a:solidFill>
                <a:latin typeface="Arial"/>
                <a:cs typeface="Arial"/>
              </a:rPr>
              <a:t>I</a:t>
            </a:r>
            <a:r>
              <a:rPr sz="2650" spc="110" dirty="0">
                <a:solidFill>
                  <a:srgbClr val="3B3D3F"/>
                </a:solidFill>
                <a:latin typeface="Arial"/>
                <a:cs typeface="Arial"/>
              </a:rPr>
              <a:t>n</a:t>
            </a:r>
            <a:r>
              <a:rPr sz="2650" spc="110" dirty="0">
                <a:solidFill>
                  <a:srgbClr val="24231F"/>
                </a:solidFill>
                <a:latin typeface="Arial"/>
                <a:cs typeface="Arial"/>
              </a:rPr>
              <a:t>t</a:t>
            </a:r>
            <a:r>
              <a:rPr sz="2650" spc="110" dirty="0">
                <a:solidFill>
                  <a:srgbClr val="3B3D3F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24231F"/>
                </a:solidFill>
                <a:latin typeface="Arial"/>
                <a:cs typeface="Arial"/>
              </a:rPr>
              <a:t>P</a:t>
            </a:r>
            <a:r>
              <a:rPr sz="2650" spc="80" dirty="0">
                <a:solidFill>
                  <a:srgbClr val="3B3D3F"/>
                </a:solidFill>
                <a:latin typeface="Arial"/>
                <a:cs typeface="Arial"/>
              </a:rPr>
              <a:t>ract</a:t>
            </a:r>
            <a:r>
              <a:rPr sz="2650" spc="80" dirty="0">
                <a:solidFill>
                  <a:srgbClr val="24231F"/>
                </a:solidFill>
                <a:latin typeface="Arial"/>
                <a:cs typeface="Arial"/>
              </a:rPr>
              <a:t>i</a:t>
            </a:r>
            <a:r>
              <a:rPr sz="2650" spc="80" dirty="0">
                <a:solidFill>
                  <a:srgbClr val="3B3D3F"/>
                </a:solidFill>
                <a:latin typeface="Arial"/>
                <a:cs typeface="Arial"/>
              </a:rPr>
              <a:t>ce</a:t>
            </a:r>
            <a:endParaRPr sz="26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400" b="0" spc="-114" dirty="0">
                <a:solidFill>
                  <a:srgbClr val="3B3D3F"/>
                </a:solidFill>
                <a:latin typeface="Arial"/>
                <a:cs typeface="Arial"/>
              </a:rPr>
              <a:t>I'S\</a:t>
            </a:r>
            <a:r>
              <a:rPr sz="1400" b="0" spc="1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pc="-40" dirty="0"/>
              <a:t>NotebookLM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61657" y="1079070"/>
            <a:ext cx="13615669" cy="906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50" spc="-360" dirty="0">
                <a:solidFill>
                  <a:srgbClr val="3B3D3F"/>
                </a:solidFill>
              </a:rPr>
              <a:t>Your</a:t>
            </a:r>
            <a:r>
              <a:rPr sz="5750" spc="-240" dirty="0">
                <a:solidFill>
                  <a:srgbClr val="3B3D3F"/>
                </a:solidFill>
              </a:rPr>
              <a:t> </a:t>
            </a:r>
            <a:r>
              <a:rPr sz="5750" spc="-190" dirty="0">
                <a:solidFill>
                  <a:srgbClr val="3B3D3F"/>
                </a:solidFill>
              </a:rPr>
              <a:t>Role</a:t>
            </a:r>
            <a:r>
              <a:rPr sz="5750" spc="-100" dirty="0">
                <a:solidFill>
                  <a:srgbClr val="3B3D3F"/>
                </a:solidFill>
              </a:rPr>
              <a:t> </a:t>
            </a:r>
            <a:r>
              <a:rPr sz="5750" spc="55" dirty="0">
                <a:solidFill>
                  <a:srgbClr val="3B3D3F"/>
                </a:solidFill>
              </a:rPr>
              <a:t>is</a:t>
            </a:r>
            <a:r>
              <a:rPr sz="5750" spc="-380" dirty="0">
                <a:solidFill>
                  <a:srgbClr val="3B3D3F"/>
                </a:solidFill>
              </a:rPr>
              <a:t> </a:t>
            </a:r>
            <a:r>
              <a:rPr sz="5750" spc="-220" dirty="0">
                <a:solidFill>
                  <a:srgbClr val="3B3D3F"/>
                </a:solidFill>
              </a:rPr>
              <a:t>Evolving:</a:t>
            </a:r>
            <a:r>
              <a:rPr sz="5750" spc="-185" dirty="0">
                <a:solidFill>
                  <a:srgbClr val="3B3D3F"/>
                </a:solidFill>
              </a:rPr>
              <a:t> </a:t>
            </a:r>
            <a:r>
              <a:rPr sz="5750" spc="-275" dirty="0">
                <a:solidFill>
                  <a:srgbClr val="3B3D3F"/>
                </a:solidFill>
              </a:rPr>
              <a:t>From </a:t>
            </a:r>
            <a:r>
              <a:rPr sz="5750" spc="-290" dirty="0">
                <a:solidFill>
                  <a:srgbClr val="3B3D3F"/>
                </a:solidFill>
              </a:rPr>
              <a:t>Writer</a:t>
            </a:r>
            <a:r>
              <a:rPr sz="5750" spc="-175" dirty="0">
                <a:solidFill>
                  <a:srgbClr val="3B3D3F"/>
                </a:solidFill>
              </a:rPr>
              <a:t> </a:t>
            </a:r>
            <a:r>
              <a:rPr sz="5750" spc="165" dirty="0">
                <a:solidFill>
                  <a:srgbClr val="3B3D3F"/>
                </a:solidFill>
              </a:rPr>
              <a:t>to</a:t>
            </a:r>
            <a:r>
              <a:rPr sz="5750" spc="-580" dirty="0">
                <a:solidFill>
                  <a:srgbClr val="3B3D3F"/>
                </a:solidFill>
              </a:rPr>
              <a:t> </a:t>
            </a:r>
            <a:r>
              <a:rPr sz="5750" spc="-275" dirty="0">
                <a:solidFill>
                  <a:srgbClr val="3B3D3F"/>
                </a:solidFill>
              </a:rPr>
              <a:t>Curator</a:t>
            </a:r>
            <a:endParaRPr sz="5750"/>
          </a:p>
        </p:txBody>
      </p:sp>
      <p:sp>
        <p:nvSpPr>
          <p:cNvPr id="9" name="object 9"/>
          <p:cNvSpPr txBox="1"/>
          <p:nvPr/>
        </p:nvSpPr>
        <p:spPr>
          <a:xfrm>
            <a:off x="964578" y="2500145"/>
            <a:ext cx="3312795" cy="20243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650" dirty="0">
                <a:solidFill>
                  <a:srgbClr val="3B3D3F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srgbClr val="24231F"/>
                </a:solidFill>
                <a:latin typeface="Arial"/>
                <a:cs typeface="Arial"/>
              </a:rPr>
              <a:t>l</a:t>
            </a:r>
            <a:r>
              <a:rPr sz="2650" dirty="0">
                <a:solidFill>
                  <a:srgbClr val="3B3D3F"/>
                </a:solidFill>
                <a:latin typeface="Arial"/>
                <a:cs typeface="Arial"/>
              </a:rPr>
              <a:t>d</a:t>
            </a:r>
            <a:r>
              <a:rPr sz="2650" spc="65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3B3D3F"/>
                </a:solidFill>
                <a:latin typeface="Arial"/>
                <a:cs typeface="Arial"/>
              </a:rPr>
              <a:t>Mode</a:t>
            </a:r>
            <a:r>
              <a:rPr sz="2650" spc="100" dirty="0">
                <a:solidFill>
                  <a:srgbClr val="24231F"/>
                </a:solidFill>
                <a:latin typeface="Arial"/>
                <a:cs typeface="Arial"/>
              </a:rPr>
              <a:t>l</a:t>
            </a:r>
            <a:endParaRPr sz="2650">
              <a:latin typeface="Arial"/>
              <a:cs typeface="Arial"/>
            </a:endParaRPr>
          </a:p>
          <a:p>
            <a:pPr marL="15240" marR="5080" indent="-3175">
              <a:lnSpc>
                <a:spcPct val="97700"/>
              </a:lnSpc>
              <a:spcBef>
                <a:spcPts val="1050"/>
              </a:spcBef>
            </a:pPr>
            <a:r>
              <a:rPr sz="2200" spc="-75" dirty="0">
                <a:solidFill>
                  <a:srgbClr val="24231F"/>
                </a:solidFill>
                <a:latin typeface="Arial"/>
                <a:cs typeface="Arial"/>
              </a:rPr>
              <a:t>We</a:t>
            </a:r>
            <a:r>
              <a:rPr sz="2200" spc="-16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4231F"/>
                </a:solidFill>
                <a:latin typeface="Arial"/>
                <a:cs typeface="Arial"/>
              </a:rPr>
              <a:t>were</a:t>
            </a:r>
            <a:r>
              <a:rPr sz="2200" spc="-17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primarily</a:t>
            </a:r>
            <a:r>
              <a:rPr sz="2200" spc="-4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80807"/>
                </a:solidFill>
                <a:latin typeface="Arial"/>
                <a:cs typeface="Arial"/>
              </a:rPr>
              <a:t>writers</a:t>
            </a:r>
            <a:r>
              <a:rPr sz="2200" b="1" spc="-10" dirty="0">
                <a:solidFill>
                  <a:srgbClr val="3B3D3F"/>
                </a:solidFill>
                <a:latin typeface="Arial"/>
                <a:cs typeface="Arial"/>
              </a:rPr>
              <a:t>. </a:t>
            </a:r>
            <a:r>
              <a:rPr sz="2200" spc="-20" dirty="0">
                <a:solidFill>
                  <a:srgbClr val="24231F"/>
                </a:solidFill>
                <a:latin typeface="Arial"/>
                <a:cs typeface="Arial"/>
              </a:rPr>
              <a:t>Our</a:t>
            </a:r>
            <a:r>
              <a:rPr sz="2200" spc="-114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job</a:t>
            </a:r>
            <a:r>
              <a:rPr sz="2200" spc="-12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was</a:t>
            </a:r>
            <a:r>
              <a:rPr sz="2200" spc="-10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24231F"/>
                </a:solidFill>
                <a:latin typeface="Arial"/>
                <a:cs typeface="Arial"/>
              </a:rPr>
              <a:t>to</a:t>
            </a:r>
            <a:r>
              <a:rPr sz="2200" spc="-1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create </a:t>
            </a:r>
            <a:r>
              <a:rPr sz="2200" spc="-30" dirty="0">
                <a:solidFill>
                  <a:srgbClr val="24231F"/>
                </a:solidFill>
                <a:latin typeface="Arial"/>
                <a:cs typeface="Arial"/>
              </a:rPr>
              <a:t>comprehensive</a:t>
            </a:r>
            <a:r>
              <a:rPr sz="2200" spc="-8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documents </a:t>
            </a:r>
            <a:r>
              <a:rPr sz="2200" spc="-20" dirty="0">
                <a:solidFill>
                  <a:srgbClr val="24231F"/>
                </a:solidFill>
                <a:latin typeface="Arial"/>
                <a:cs typeface="Arial"/>
              </a:rPr>
              <a:t>(chapters,</a:t>
            </a:r>
            <a:r>
              <a:rPr sz="2200" spc="-8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24231F"/>
                </a:solidFill>
                <a:latin typeface="Arial"/>
                <a:cs typeface="Arial"/>
              </a:rPr>
              <a:t>PDFs,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articles)</a:t>
            </a:r>
            <a:r>
              <a:rPr sz="2200" spc="-10" dirty="0">
                <a:solidFill>
                  <a:srgbClr val="080807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9107" y="3766344"/>
            <a:ext cx="22923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50" dirty="0">
                <a:solidFill>
                  <a:srgbClr val="3B3D3F"/>
                </a:solidFill>
                <a:latin typeface="Times New Roman"/>
                <a:cs typeface="Times New Roman"/>
              </a:rPr>
              <a:t>-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60507" y="6625960"/>
            <a:ext cx="8794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solidFill>
                  <a:srgbClr val="24231F"/>
                </a:solidFill>
                <a:latin typeface="Arial"/>
                <a:cs typeface="Arial"/>
              </a:rPr>
              <a:t>W</a:t>
            </a:r>
            <a:r>
              <a:rPr sz="2400" spc="-10" dirty="0">
                <a:solidFill>
                  <a:srgbClr val="080807"/>
                </a:solidFill>
                <a:latin typeface="Arial"/>
                <a:cs typeface="Arial"/>
              </a:rPr>
              <a:t>r</a:t>
            </a:r>
            <a:r>
              <a:rPr sz="2400" spc="-10" dirty="0">
                <a:solidFill>
                  <a:srgbClr val="24231F"/>
                </a:solidFill>
                <a:latin typeface="Arial"/>
                <a:cs typeface="Arial"/>
              </a:rPr>
              <a:t>i</a:t>
            </a:r>
            <a:r>
              <a:rPr sz="2400" spc="-10" dirty="0">
                <a:solidFill>
                  <a:srgbClr val="080807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24231F"/>
                </a:solidFill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29026" y="6625960"/>
            <a:ext cx="10858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solidFill>
                  <a:srgbClr val="24231F"/>
                </a:solidFill>
                <a:latin typeface="Arial"/>
                <a:cs typeface="Arial"/>
              </a:rPr>
              <a:t>Curator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99707" y="2500145"/>
            <a:ext cx="3883025" cy="57397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285"/>
              </a:spcBef>
            </a:pPr>
            <a:r>
              <a:rPr sz="2650" spc="65" dirty="0">
                <a:solidFill>
                  <a:srgbClr val="3B3D3F"/>
                </a:solidFill>
                <a:latin typeface="Arial"/>
                <a:cs typeface="Arial"/>
              </a:rPr>
              <a:t>New</a:t>
            </a:r>
            <a:r>
              <a:rPr sz="2650" spc="-4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3B3D3F"/>
                </a:solidFill>
                <a:latin typeface="Arial"/>
                <a:cs typeface="Arial"/>
              </a:rPr>
              <a:t>Model</a:t>
            </a:r>
            <a:endParaRPr sz="2650">
              <a:latin typeface="Arial"/>
              <a:cs typeface="Arial"/>
            </a:endParaRPr>
          </a:p>
          <a:p>
            <a:pPr marL="12700" marR="972819" indent="8255">
              <a:lnSpc>
                <a:spcPts val="2510"/>
              </a:lnSpc>
              <a:spcBef>
                <a:spcPts val="1185"/>
              </a:spcBef>
            </a:pPr>
            <a:r>
              <a:rPr sz="2200" spc="-75" dirty="0">
                <a:solidFill>
                  <a:srgbClr val="24231F"/>
                </a:solidFill>
                <a:latin typeface="Arial"/>
                <a:cs typeface="Arial"/>
              </a:rPr>
              <a:t>We</a:t>
            </a:r>
            <a:r>
              <a:rPr sz="2200" spc="-23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are</a:t>
            </a:r>
            <a:r>
              <a:rPr sz="2200" spc="-114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now</a:t>
            </a:r>
            <a:r>
              <a:rPr sz="2200" spc="-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080807"/>
                </a:solidFill>
                <a:latin typeface="Arial"/>
                <a:cs typeface="Arial"/>
              </a:rPr>
              <a:t>curators</a:t>
            </a:r>
            <a:r>
              <a:rPr sz="2200" b="1" spc="-254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80807"/>
                </a:solidFill>
                <a:latin typeface="Arial"/>
                <a:cs typeface="Arial"/>
              </a:rPr>
              <a:t>of </a:t>
            </a:r>
            <a:r>
              <a:rPr sz="2200" b="1" spc="-40" dirty="0">
                <a:solidFill>
                  <a:srgbClr val="080807"/>
                </a:solidFill>
                <a:latin typeface="Arial"/>
                <a:cs typeface="Arial"/>
              </a:rPr>
              <a:t>content</a:t>
            </a:r>
            <a:r>
              <a:rPr sz="2200" b="1" spc="-175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050" b="1" i="1" spc="50" dirty="0">
                <a:solidFill>
                  <a:srgbClr val="24231F"/>
                </a:solidFill>
                <a:latin typeface="Arial"/>
                <a:cs typeface="Arial"/>
              </a:rPr>
              <a:t>a</a:t>
            </a:r>
            <a:r>
              <a:rPr sz="2050" b="1" i="1" spc="50" dirty="0">
                <a:solidFill>
                  <a:srgbClr val="080807"/>
                </a:solidFill>
                <a:latin typeface="Arial"/>
                <a:cs typeface="Arial"/>
              </a:rPr>
              <a:t>nd</a:t>
            </a:r>
            <a:r>
              <a:rPr sz="2050" b="1" i="1" spc="-55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80807"/>
                </a:solidFill>
                <a:latin typeface="Arial"/>
                <a:cs typeface="Arial"/>
              </a:rPr>
              <a:t>conte</a:t>
            </a:r>
            <a:r>
              <a:rPr sz="2200" b="1" spc="-10" dirty="0">
                <a:solidFill>
                  <a:srgbClr val="24231F"/>
                </a:solidFill>
                <a:latin typeface="Arial"/>
                <a:cs typeface="Arial"/>
              </a:rPr>
              <a:t>x</a:t>
            </a:r>
            <a:r>
              <a:rPr sz="2200" b="1" spc="-10" dirty="0">
                <a:solidFill>
                  <a:srgbClr val="080807"/>
                </a:solidFill>
                <a:latin typeface="Arial"/>
                <a:cs typeface="Arial"/>
              </a:rPr>
              <a:t>t</a:t>
            </a:r>
            <a:r>
              <a:rPr sz="2200" b="1" spc="-10" dirty="0">
                <a:solidFill>
                  <a:srgbClr val="3B3D3F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598805" marR="30480" indent="-245745">
              <a:lnSpc>
                <a:spcPct val="97700"/>
              </a:lnSpc>
              <a:spcBef>
                <a:spcPts val="1180"/>
              </a:spcBef>
              <a:buChar char="•"/>
              <a:tabLst>
                <a:tab pos="598805" algn="l"/>
                <a:tab pos="609600" algn="l"/>
              </a:tabLst>
            </a:pPr>
            <a:r>
              <a:rPr sz="2200" dirty="0">
                <a:solidFill>
                  <a:srgbClr val="080807"/>
                </a:solidFill>
                <a:latin typeface="Arial"/>
                <a:cs typeface="Arial"/>
              </a:rPr>
              <a:t>	</a:t>
            </a:r>
            <a:r>
              <a:rPr sz="2200" spc="-70" dirty="0">
                <a:solidFill>
                  <a:srgbClr val="24231F"/>
                </a:solidFill>
                <a:latin typeface="Arial"/>
                <a:cs typeface="Arial"/>
              </a:rPr>
              <a:t>Our</a:t>
            </a:r>
            <a:r>
              <a:rPr sz="2200" spc="-10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24231F"/>
                </a:solidFill>
                <a:latin typeface="Arial"/>
                <a:cs typeface="Arial"/>
              </a:rPr>
              <a:t>value</a:t>
            </a:r>
            <a:r>
              <a:rPr sz="2200" spc="-114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isn</a:t>
            </a:r>
            <a:r>
              <a:rPr sz="2200" dirty="0">
                <a:solidFill>
                  <a:srgbClr val="3B3D3F"/>
                </a:solidFill>
                <a:latin typeface="Arial"/>
                <a:cs typeface="Arial"/>
              </a:rPr>
              <a:t>'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t</a:t>
            </a:r>
            <a:r>
              <a:rPr sz="2200" spc="11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just</a:t>
            </a:r>
            <a:r>
              <a:rPr sz="2200" spc="-10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4231F"/>
                </a:solidFill>
                <a:latin typeface="Arial"/>
                <a:cs typeface="Arial"/>
              </a:rPr>
              <a:t>in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creat</a:t>
            </a:r>
            <a:r>
              <a:rPr sz="2200" dirty="0">
                <a:solidFill>
                  <a:srgbClr val="3B3D3F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ng</a:t>
            </a:r>
            <a:r>
              <a:rPr sz="2200" spc="-11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new</a:t>
            </a:r>
            <a:r>
              <a:rPr sz="2200" spc="-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words,</a:t>
            </a:r>
            <a:r>
              <a:rPr sz="2200" spc="-7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but</a:t>
            </a:r>
            <a:r>
              <a:rPr sz="2200" spc="-8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B3D3F"/>
                </a:solidFill>
                <a:latin typeface="Arial"/>
                <a:cs typeface="Arial"/>
              </a:rPr>
              <a:t>i</a:t>
            </a:r>
            <a:r>
              <a:rPr sz="2200" spc="20" dirty="0">
                <a:solidFill>
                  <a:srgbClr val="24231F"/>
                </a:solidFill>
                <a:latin typeface="Arial"/>
                <a:cs typeface="Arial"/>
              </a:rPr>
              <a:t>n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structuring</a:t>
            </a:r>
            <a:r>
              <a:rPr sz="2200" spc="-4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existing </a:t>
            </a:r>
            <a:r>
              <a:rPr sz="2200" spc="-10" dirty="0">
                <a:solidFill>
                  <a:srgbClr val="3B3D3F"/>
                </a:solidFill>
                <a:latin typeface="Arial"/>
                <a:cs typeface="Arial"/>
              </a:rPr>
              <a:t>i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nformation</a:t>
            </a:r>
            <a:r>
              <a:rPr sz="2200" spc="-10" dirty="0">
                <a:solidFill>
                  <a:srgbClr val="3B3D3F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604520" marR="5080" indent="-251460">
              <a:lnSpc>
                <a:spcPct val="98000"/>
              </a:lnSpc>
              <a:spcBef>
                <a:spcPts val="1130"/>
              </a:spcBef>
              <a:buChar char="•"/>
              <a:tabLst>
                <a:tab pos="604520" algn="l"/>
                <a:tab pos="606425" algn="l"/>
              </a:tabLst>
            </a:pPr>
            <a:r>
              <a:rPr sz="2200" dirty="0">
                <a:solidFill>
                  <a:srgbClr val="080807"/>
                </a:solidFill>
                <a:latin typeface="Arial"/>
                <a:cs typeface="Arial"/>
              </a:rPr>
              <a:t>	</a:t>
            </a:r>
            <a:r>
              <a:rPr sz="2200" spc="-140" dirty="0">
                <a:solidFill>
                  <a:srgbClr val="24231F"/>
                </a:solidFill>
                <a:latin typeface="Arial"/>
                <a:cs typeface="Arial"/>
              </a:rPr>
              <a:t>We</a:t>
            </a:r>
            <a:r>
              <a:rPr sz="2200" spc="-5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are</a:t>
            </a:r>
            <a:r>
              <a:rPr sz="2200" spc="-13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the</a:t>
            </a:r>
            <a:r>
              <a:rPr sz="2200" spc="-15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managing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editors</a:t>
            </a:r>
            <a:r>
              <a:rPr sz="2200" spc="-5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of</a:t>
            </a:r>
            <a:r>
              <a:rPr sz="2200" spc="7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4231F"/>
                </a:solidFill>
                <a:latin typeface="Arial"/>
                <a:cs typeface="Arial"/>
              </a:rPr>
              <a:t>our</a:t>
            </a:r>
            <a:r>
              <a:rPr sz="2200" spc="-8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content ecosystem</a:t>
            </a:r>
            <a:r>
              <a:rPr sz="2200" spc="-10" dirty="0">
                <a:solidFill>
                  <a:srgbClr val="3B3D3F"/>
                </a:solidFill>
                <a:latin typeface="Arial"/>
                <a:cs typeface="Arial"/>
              </a:rPr>
              <a:t>,</a:t>
            </a:r>
            <a:r>
              <a:rPr sz="2200" spc="-18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4231F"/>
                </a:solidFill>
                <a:latin typeface="Arial"/>
                <a:cs typeface="Arial"/>
              </a:rPr>
              <a:t>ensuring</a:t>
            </a:r>
            <a:r>
              <a:rPr sz="2200" spc="-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4231F"/>
                </a:solidFill>
                <a:latin typeface="Arial"/>
                <a:cs typeface="Arial"/>
              </a:rPr>
              <a:t>every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mic</a:t>
            </a:r>
            <a:r>
              <a:rPr sz="2200" dirty="0">
                <a:solidFill>
                  <a:srgbClr val="3B3D3F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o-fact</a:t>
            </a:r>
            <a:r>
              <a:rPr sz="2200" spc="14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findable, accurate</a:t>
            </a:r>
            <a:r>
              <a:rPr sz="2200" spc="-10" dirty="0">
                <a:solidFill>
                  <a:srgbClr val="3B3D3F"/>
                </a:solidFill>
                <a:latin typeface="Arial"/>
                <a:cs typeface="Arial"/>
              </a:rPr>
              <a:t>,</a:t>
            </a:r>
            <a:r>
              <a:rPr sz="2200" spc="-12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4231F"/>
                </a:solidFill>
                <a:latin typeface="Arial"/>
                <a:cs typeface="Arial"/>
              </a:rPr>
              <a:t>and</a:t>
            </a:r>
            <a:r>
              <a:rPr sz="2200" spc="-11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connected.</a:t>
            </a:r>
            <a:endParaRPr sz="2200">
              <a:latin typeface="Arial"/>
              <a:cs typeface="Arial"/>
            </a:endParaRPr>
          </a:p>
          <a:p>
            <a:pPr marL="604520" marR="43815" indent="-251460">
              <a:lnSpc>
                <a:spcPct val="97100"/>
              </a:lnSpc>
              <a:spcBef>
                <a:spcPts val="1155"/>
              </a:spcBef>
              <a:buChar char="•"/>
              <a:tabLst>
                <a:tab pos="604520" algn="l"/>
                <a:tab pos="606425" algn="l"/>
              </a:tabLst>
            </a:pPr>
            <a:r>
              <a:rPr sz="2200" dirty="0">
                <a:solidFill>
                  <a:srgbClr val="080807"/>
                </a:solidFill>
                <a:latin typeface="Arial"/>
                <a:cs typeface="Arial"/>
              </a:rPr>
              <a:t>	</a:t>
            </a:r>
            <a:r>
              <a:rPr sz="2200" spc="-140" dirty="0">
                <a:solidFill>
                  <a:srgbClr val="24231F"/>
                </a:solidFill>
                <a:latin typeface="Arial"/>
                <a:cs typeface="Arial"/>
              </a:rPr>
              <a:t>We</a:t>
            </a:r>
            <a:r>
              <a:rPr sz="2200" spc="-9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add</a:t>
            </a:r>
            <a:r>
              <a:rPr sz="2200" spc="-14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31F"/>
                </a:solidFill>
                <a:latin typeface="Arial"/>
                <a:cs typeface="Arial"/>
              </a:rPr>
              <a:t>the</a:t>
            </a:r>
            <a:r>
              <a:rPr sz="2200" spc="-114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semantic</a:t>
            </a:r>
            <a:r>
              <a:rPr sz="2200" spc="8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4231F"/>
                </a:solidFill>
                <a:latin typeface="Arial"/>
                <a:cs typeface="Arial"/>
              </a:rPr>
              <a:t>layer </a:t>
            </a:r>
            <a:r>
              <a:rPr sz="2200" spc="50" dirty="0">
                <a:solidFill>
                  <a:srgbClr val="24231F"/>
                </a:solidFill>
                <a:latin typeface="Arial"/>
                <a:cs typeface="Arial"/>
              </a:rPr>
              <a:t>that</a:t>
            </a:r>
            <a:r>
              <a:rPr sz="2200" spc="-9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55" dirty="0">
                <a:solidFill>
                  <a:srgbClr val="24231F"/>
                </a:solidFill>
                <a:latin typeface="Arial"/>
                <a:cs typeface="Arial"/>
              </a:rPr>
              <a:t>makes</a:t>
            </a:r>
            <a:r>
              <a:rPr sz="2200" spc="-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31F"/>
                </a:solidFill>
                <a:latin typeface="Arial"/>
                <a:cs typeface="Arial"/>
              </a:rPr>
              <a:t>content intelligent</a:t>
            </a:r>
            <a:r>
              <a:rPr sz="2200" spc="-10" dirty="0">
                <a:solidFill>
                  <a:srgbClr val="3B3D3F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7090" y="8208962"/>
            <a:ext cx="11480800" cy="8350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6670" marR="5080" indent="-14604">
              <a:lnSpc>
                <a:spcPts val="3120"/>
              </a:lnSpc>
              <a:spcBef>
                <a:spcPts val="315"/>
              </a:spcBef>
            </a:pPr>
            <a:r>
              <a:rPr sz="2700" i="1" spc="-30" dirty="0">
                <a:solidFill>
                  <a:srgbClr val="24231F"/>
                </a:solidFill>
                <a:latin typeface="Arial"/>
                <a:cs typeface="Arial"/>
              </a:rPr>
              <a:t>"We</a:t>
            </a:r>
            <a:r>
              <a:rPr sz="2700" i="1" spc="-2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are</a:t>
            </a:r>
            <a:r>
              <a:rPr sz="2700" i="1" spc="-1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now</a:t>
            </a:r>
            <a:r>
              <a:rPr sz="2700" i="1" spc="-2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-10" dirty="0">
                <a:solidFill>
                  <a:srgbClr val="080807"/>
                </a:solidFill>
                <a:latin typeface="Arial"/>
                <a:cs typeface="Arial"/>
              </a:rPr>
              <a:t>b</a:t>
            </a:r>
            <a:r>
              <a:rPr sz="2700" i="1" spc="-10" dirty="0">
                <a:solidFill>
                  <a:srgbClr val="24231F"/>
                </a:solidFill>
                <a:latin typeface="Arial"/>
                <a:cs typeface="Arial"/>
              </a:rPr>
              <a:t>ecoming</a:t>
            </a:r>
            <a:r>
              <a:rPr sz="2700" i="1" spc="-17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curators</a:t>
            </a:r>
            <a:r>
              <a:rPr sz="2700" i="1" spc="3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24231F"/>
                </a:solidFill>
                <a:latin typeface="Arial"/>
                <a:cs typeface="Arial"/>
              </a:rPr>
              <a:t>as</a:t>
            </a:r>
            <a:r>
              <a:rPr sz="2650" spc="-229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opposed</a:t>
            </a:r>
            <a:r>
              <a:rPr sz="2700" i="1" spc="6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50" dirty="0">
                <a:solidFill>
                  <a:srgbClr val="24231F"/>
                </a:solidFill>
                <a:latin typeface="Arial"/>
                <a:cs typeface="Arial"/>
              </a:rPr>
              <a:t>to</a:t>
            </a:r>
            <a:r>
              <a:rPr sz="2700" i="1" spc="-5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jus</a:t>
            </a:r>
            <a:r>
              <a:rPr sz="2700" i="1" dirty="0">
                <a:solidFill>
                  <a:srgbClr val="080807"/>
                </a:solidFill>
                <a:latin typeface="Arial"/>
                <a:cs typeface="Arial"/>
              </a:rPr>
              <a:t>t</a:t>
            </a:r>
            <a:r>
              <a:rPr sz="2700" i="1" spc="-11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writers...</a:t>
            </a:r>
            <a:r>
              <a:rPr sz="2700" i="1" spc="-32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-80" dirty="0">
                <a:solidFill>
                  <a:srgbClr val="24231F"/>
                </a:solidFill>
                <a:latin typeface="Arial"/>
                <a:cs typeface="Arial"/>
              </a:rPr>
              <a:t>We're</a:t>
            </a:r>
            <a:r>
              <a:rPr sz="2700" i="1" spc="-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-30" dirty="0">
                <a:solidFill>
                  <a:srgbClr val="24231F"/>
                </a:solidFill>
                <a:latin typeface="Arial"/>
                <a:cs typeface="Arial"/>
              </a:rPr>
              <a:t>missing</a:t>
            </a:r>
            <a:r>
              <a:rPr sz="2700" i="1" spc="-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40" dirty="0">
                <a:solidFill>
                  <a:srgbClr val="24231F"/>
                </a:solidFill>
                <a:latin typeface="Arial"/>
                <a:cs typeface="Arial"/>
              </a:rPr>
              <a:t>a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trick</a:t>
            </a:r>
            <a:r>
              <a:rPr sz="2700" i="1" spc="-5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here</a:t>
            </a:r>
            <a:r>
              <a:rPr sz="2700" i="1" spc="-12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65" dirty="0">
                <a:solidFill>
                  <a:srgbClr val="24231F"/>
                </a:solidFill>
                <a:latin typeface="Arial"/>
                <a:cs typeface="Arial"/>
              </a:rPr>
              <a:t>if</a:t>
            </a:r>
            <a:r>
              <a:rPr sz="2700" i="1" spc="2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we</a:t>
            </a:r>
            <a:r>
              <a:rPr sz="2700" i="1" spc="-21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combine</a:t>
            </a:r>
            <a:r>
              <a:rPr sz="2700" i="1" spc="-5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our</a:t>
            </a:r>
            <a:r>
              <a:rPr sz="2700" i="1" spc="-5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skill</a:t>
            </a:r>
            <a:r>
              <a:rPr sz="2700" i="1" spc="-4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24231F"/>
                </a:solidFill>
                <a:latin typeface="Arial"/>
                <a:cs typeface="Arial"/>
              </a:rPr>
              <a:t>set</a:t>
            </a:r>
            <a:r>
              <a:rPr sz="2650" spc="-16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110" dirty="0">
                <a:solidFill>
                  <a:srgbClr val="24231F"/>
                </a:solidFill>
                <a:latin typeface="Arial"/>
                <a:cs typeface="Arial"/>
              </a:rPr>
              <a:t>to</a:t>
            </a:r>
            <a:r>
              <a:rPr sz="2700" i="1" spc="-21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only</a:t>
            </a:r>
            <a:r>
              <a:rPr sz="2700" i="1" spc="-5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24231F"/>
                </a:solidFill>
                <a:latin typeface="Arial"/>
                <a:cs typeface="Arial"/>
              </a:rPr>
              <a:t>writing."</a:t>
            </a:r>
            <a:r>
              <a:rPr sz="2700" i="1" spc="25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80807"/>
                </a:solidFill>
                <a:latin typeface="Arial"/>
                <a:cs typeface="Arial"/>
              </a:rPr>
              <a:t>-</a:t>
            </a:r>
            <a:r>
              <a:rPr sz="2700" spc="-10" dirty="0">
                <a:solidFill>
                  <a:srgbClr val="080807"/>
                </a:solidFill>
                <a:latin typeface="Arial"/>
                <a:cs typeface="Arial"/>
              </a:rPr>
              <a:t> </a:t>
            </a:r>
            <a:r>
              <a:rPr sz="2700" i="1" spc="-85" dirty="0">
                <a:solidFill>
                  <a:srgbClr val="24231F"/>
                </a:solidFill>
                <a:latin typeface="Arial"/>
                <a:cs typeface="Arial"/>
              </a:rPr>
              <a:t>Rahel</a:t>
            </a:r>
            <a:r>
              <a:rPr sz="2700" i="1" spc="50" dirty="0">
                <a:solidFill>
                  <a:srgbClr val="24231F"/>
                </a:solidFill>
                <a:latin typeface="Arial"/>
                <a:cs typeface="Arial"/>
              </a:rPr>
              <a:t> </a:t>
            </a:r>
            <a:r>
              <a:rPr sz="2700" i="1" spc="-10" dirty="0">
                <a:solidFill>
                  <a:srgbClr val="24231F"/>
                </a:solidFill>
                <a:latin typeface="Arial"/>
                <a:cs typeface="Arial"/>
              </a:rPr>
              <a:t>B</a:t>
            </a:r>
            <a:r>
              <a:rPr sz="2700" i="1" spc="-10" dirty="0">
                <a:solidFill>
                  <a:srgbClr val="080807"/>
                </a:solidFill>
                <a:latin typeface="Arial"/>
                <a:cs typeface="Arial"/>
              </a:rPr>
              <a:t>a</a:t>
            </a:r>
            <a:r>
              <a:rPr sz="2700" i="1" spc="-10" dirty="0">
                <a:solidFill>
                  <a:srgbClr val="24231F"/>
                </a:solidFill>
                <a:latin typeface="Arial"/>
                <a:cs typeface="Arial"/>
              </a:rPr>
              <a:t>ilie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9179" y="3268398"/>
            <a:ext cx="1936012" cy="18893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21755" y="3268398"/>
            <a:ext cx="1986959" cy="188938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946" y="389697"/>
            <a:ext cx="14160500" cy="860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450" spc="-25" dirty="0">
                <a:solidFill>
                  <a:srgbClr val="313134"/>
                </a:solidFill>
              </a:rPr>
              <a:t>The</a:t>
            </a:r>
            <a:r>
              <a:rPr sz="5450" spc="-320" dirty="0">
                <a:solidFill>
                  <a:srgbClr val="313134"/>
                </a:solidFill>
              </a:rPr>
              <a:t> </a:t>
            </a:r>
            <a:r>
              <a:rPr sz="5450" spc="-114" dirty="0">
                <a:solidFill>
                  <a:srgbClr val="313134"/>
                </a:solidFill>
              </a:rPr>
              <a:t>Path</a:t>
            </a:r>
            <a:r>
              <a:rPr sz="5450" spc="-315" dirty="0">
                <a:solidFill>
                  <a:srgbClr val="313134"/>
                </a:solidFill>
              </a:rPr>
              <a:t> </a:t>
            </a:r>
            <a:r>
              <a:rPr sz="5450" spc="-95" dirty="0">
                <a:solidFill>
                  <a:srgbClr val="313134"/>
                </a:solidFill>
              </a:rPr>
              <a:t>Forward,</a:t>
            </a:r>
            <a:r>
              <a:rPr sz="5450" spc="-185" dirty="0">
                <a:solidFill>
                  <a:srgbClr val="313134"/>
                </a:solidFill>
              </a:rPr>
              <a:t> </a:t>
            </a:r>
            <a:r>
              <a:rPr sz="5450" spc="-240" dirty="0">
                <a:solidFill>
                  <a:srgbClr val="313134"/>
                </a:solidFill>
              </a:rPr>
              <a:t>No</a:t>
            </a:r>
            <a:r>
              <a:rPr sz="5450" spc="-290" dirty="0">
                <a:solidFill>
                  <a:srgbClr val="313134"/>
                </a:solidFill>
              </a:rPr>
              <a:t> </a:t>
            </a:r>
            <a:r>
              <a:rPr sz="5450" spc="-175" dirty="0">
                <a:solidFill>
                  <a:srgbClr val="313134"/>
                </a:solidFill>
              </a:rPr>
              <a:t>Matter</a:t>
            </a:r>
            <a:r>
              <a:rPr sz="5450" spc="-235" dirty="0">
                <a:solidFill>
                  <a:srgbClr val="313134"/>
                </a:solidFill>
              </a:rPr>
              <a:t> </a:t>
            </a:r>
            <a:r>
              <a:rPr sz="5450" spc="-400" dirty="0">
                <a:solidFill>
                  <a:srgbClr val="313134"/>
                </a:solidFill>
              </a:rPr>
              <a:t>Your</a:t>
            </a:r>
            <a:r>
              <a:rPr sz="5450" spc="-220" dirty="0">
                <a:solidFill>
                  <a:srgbClr val="313134"/>
                </a:solidFill>
              </a:rPr>
              <a:t> </a:t>
            </a:r>
            <a:r>
              <a:rPr sz="5450" spc="-50" dirty="0">
                <a:solidFill>
                  <a:srgbClr val="313134"/>
                </a:solidFill>
              </a:rPr>
              <a:t>Starting</a:t>
            </a:r>
            <a:r>
              <a:rPr sz="5450" spc="-210" dirty="0">
                <a:solidFill>
                  <a:srgbClr val="313134"/>
                </a:solidFill>
              </a:rPr>
              <a:t> </a:t>
            </a:r>
            <a:r>
              <a:rPr sz="5450" spc="-30" dirty="0">
                <a:solidFill>
                  <a:srgbClr val="313134"/>
                </a:solidFill>
              </a:rPr>
              <a:t>Point</a:t>
            </a:r>
            <a:endParaRPr sz="545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400" b="0" spc="-114" dirty="0">
                <a:solidFill>
                  <a:srgbClr val="3B3D3F"/>
                </a:solidFill>
                <a:latin typeface="Arial"/>
                <a:cs typeface="Arial"/>
              </a:rPr>
              <a:t>I'S\</a:t>
            </a:r>
            <a:r>
              <a:rPr sz="1400" b="0" spc="1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pc="-40" dirty="0"/>
              <a:t>NotebookLM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289" y="1225880"/>
            <a:ext cx="11353800" cy="715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0" dirty="0">
                <a:solidFill>
                  <a:srgbClr val="3F3F42"/>
                </a:solidFill>
                <a:latin typeface="Arial"/>
                <a:cs typeface="Arial"/>
              </a:rPr>
              <a:t>Use</a:t>
            </a:r>
            <a:r>
              <a:rPr sz="4500" spc="-65" dirty="0">
                <a:solidFill>
                  <a:srgbClr val="3F3F42"/>
                </a:solidFill>
                <a:latin typeface="Arial"/>
                <a:cs typeface="Arial"/>
              </a:rPr>
              <a:t> </a:t>
            </a:r>
            <a:r>
              <a:rPr sz="4500" spc="80" dirty="0">
                <a:solidFill>
                  <a:srgbClr val="3F3F42"/>
                </a:solidFill>
                <a:latin typeface="Arial"/>
                <a:cs typeface="Arial"/>
              </a:rPr>
              <a:t>fit-</a:t>
            </a:r>
            <a:r>
              <a:rPr sz="4500" spc="110" dirty="0">
                <a:solidFill>
                  <a:srgbClr val="3F3F42"/>
                </a:solidFill>
                <a:latin typeface="Arial"/>
                <a:cs typeface="Arial"/>
              </a:rPr>
              <a:t>for-</a:t>
            </a:r>
            <a:r>
              <a:rPr sz="4500" spc="145" dirty="0">
                <a:solidFill>
                  <a:srgbClr val="3F3F42"/>
                </a:solidFill>
                <a:latin typeface="Arial"/>
                <a:cs typeface="Arial"/>
              </a:rPr>
              <a:t>purpose,</a:t>
            </a:r>
            <a:r>
              <a:rPr sz="4500" spc="-355" dirty="0">
                <a:solidFill>
                  <a:srgbClr val="3F3F42"/>
                </a:solidFill>
                <a:latin typeface="Arial"/>
                <a:cs typeface="Arial"/>
              </a:rPr>
              <a:t> </a:t>
            </a:r>
            <a:r>
              <a:rPr sz="4500" spc="95" dirty="0">
                <a:solidFill>
                  <a:srgbClr val="3F3F42"/>
                </a:solidFill>
                <a:latin typeface="Arial"/>
                <a:cs typeface="Arial"/>
              </a:rPr>
              <a:t>production-</a:t>
            </a:r>
            <a:r>
              <a:rPr sz="4500" spc="110" dirty="0">
                <a:solidFill>
                  <a:srgbClr val="3F3F42"/>
                </a:solidFill>
                <a:latin typeface="Arial"/>
                <a:cs typeface="Arial"/>
              </a:rPr>
              <a:t>grade</a:t>
            </a:r>
            <a:r>
              <a:rPr sz="4500" spc="-340" dirty="0">
                <a:solidFill>
                  <a:srgbClr val="3F3F42"/>
                </a:solidFill>
                <a:latin typeface="Arial"/>
                <a:cs typeface="Arial"/>
              </a:rPr>
              <a:t> </a:t>
            </a:r>
            <a:r>
              <a:rPr sz="4500" spc="-10" dirty="0">
                <a:solidFill>
                  <a:srgbClr val="3F3F42"/>
                </a:solidFill>
                <a:latin typeface="Arial"/>
                <a:cs typeface="Arial"/>
              </a:rPr>
              <a:t>tools.</a:t>
            </a:r>
            <a:endParaRPr sz="4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3187" y="2451431"/>
            <a:ext cx="5056505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spc="-240" dirty="0">
                <a:solidFill>
                  <a:srgbClr val="110F0C"/>
                </a:solidFill>
                <a:latin typeface="Arial"/>
                <a:cs typeface="Arial"/>
              </a:rPr>
              <a:t>For</a:t>
            </a:r>
            <a:r>
              <a:rPr sz="3600" spc="-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110F0C"/>
                </a:solidFill>
                <a:latin typeface="Arial"/>
                <a:cs typeface="Arial"/>
              </a:rPr>
              <a:t>Small</a:t>
            </a:r>
            <a:r>
              <a:rPr sz="3600" spc="-12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spc="-290" dirty="0">
                <a:solidFill>
                  <a:srgbClr val="110F0C"/>
                </a:solidFill>
                <a:latin typeface="Arial"/>
                <a:cs typeface="Arial"/>
              </a:rPr>
              <a:t>Teams</a:t>
            </a:r>
            <a:r>
              <a:rPr sz="3600" spc="1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10F0C"/>
                </a:solidFill>
                <a:latin typeface="Arial"/>
                <a:cs typeface="Arial"/>
              </a:rPr>
              <a:t>/</a:t>
            </a:r>
            <a:r>
              <a:rPr sz="3600" spc="1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spc="-100" dirty="0">
                <a:solidFill>
                  <a:srgbClr val="110F0C"/>
                </a:solidFill>
                <a:latin typeface="Arial"/>
                <a:cs typeface="Arial"/>
              </a:rPr>
              <a:t>Startups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133" y="5470623"/>
            <a:ext cx="7296150" cy="354901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3970" marR="86995" indent="15240">
              <a:lnSpc>
                <a:spcPts val="2810"/>
              </a:lnSpc>
              <a:spcBef>
                <a:spcPts val="615"/>
              </a:spcBef>
            </a:pPr>
            <a:r>
              <a:rPr sz="2700" b="1" spc="-15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27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200" dirty="0">
                <a:solidFill>
                  <a:srgbClr val="A18967"/>
                </a:solidFill>
                <a:latin typeface="Arial"/>
                <a:cs typeface="Arial"/>
              </a:rPr>
              <a:t>Goal:</a:t>
            </a:r>
            <a:r>
              <a:rPr sz="2700" b="1" spc="-26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05" dirty="0">
                <a:solidFill>
                  <a:srgbClr val="110F0C"/>
                </a:solidFill>
                <a:latin typeface="Arial"/>
                <a:cs typeface="Arial"/>
              </a:rPr>
              <a:t>Start</a:t>
            </a:r>
            <a:r>
              <a:rPr sz="2750" spc="-12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5" dirty="0">
                <a:solidFill>
                  <a:srgbClr val="110F0C"/>
                </a:solidFill>
                <a:latin typeface="Arial"/>
                <a:cs typeface="Arial"/>
              </a:rPr>
              <a:t>building</a:t>
            </a:r>
            <a:r>
              <a:rPr sz="2750" spc="4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20" dirty="0">
                <a:solidFill>
                  <a:srgbClr val="110F0C"/>
                </a:solidFill>
                <a:latin typeface="Arial"/>
                <a:cs typeface="Arial"/>
              </a:rPr>
              <a:t>structure</a:t>
            </a:r>
            <a:r>
              <a:rPr sz="2750" spc="-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70" dirty="0">
                <a:solidFill>
                  <a:srgbClr val="110F0C"/>
                </a:solidFill>
                <a:latin typeface="Arial"/>
                <a:cs typeface="Arial"/>
              </a:rPr>
              <a:t>now.</a:t>
            </a:r>
            <a:r>
              <a:rPr sz="2750" spc="-2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95" dirty="0">
                <a:solidFill>
                  <a:srgbClr val="110F0C"/>
                </a:solidFill>
                <a:latin typeface="Arial"/>
                <a:cs typeface="Arial"/>
              </a:rPr>
              <a:t>Consi</a:t>
            </a:r>
            <a:r>
              <a:rPr sz="2750" spc="-95" dirty="0">
                <a:solidFill>
                  <a:srgbClr val="313134"/>
                </a:solidFill>
                <a:latin typeface="Arial"/>
                <a:cs typeface="Arial"/>
              </a:rPr>
              <a:t>s</a:t>
            </a:r>
            <a:r>
              <a:rPr sz="2750" spc="-95" dirty="0">
                <a:solidFill>
                  <a:srgbClr val="110F0C"/>
                </a:solidFill>
                <a:latin typeface="Arial"/>
                <a:cs typeface="Arial"/>
              </a:rPr>
              <a:t>tency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is</a:t>
            </a:r>
            <a:r>
              <a:rPr sz="2750" spc="-30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110F0C"/>
                </a:solidFill>
                <a:latin typeface="Arial"/>
                <a:cs typeface="Arial"/>
              </a:rPr>
              <a:t>key</a:t>
            </a:r>
            <a:r>
              <a:rPr sz="2750" spc="-20" dirty="0">
                <a:solidFill>
                  <a:srgbClr val="313134"/>
                </a:solidFill>
                <a:latin typeface="Arial"/>
                <a:cs typeface="Arial"/>
              </a:rPr>
              <a:t>.</a:t>
            </a:r>
            <a:endParaRPr sz="2750">
              <a:latin typeface="Arial"/>
              <a:cs typeface="Arial"/>
            </a:endParaRPr>
          </a:p>
          <a:p>
            <a:pPr marL="20955" marR="19050" indent="8255">
              <a:lnSpc>
                <a:spcPct val="89900"/>
              </a:lnSpc>
              <a:spcBef>
                <a:spcPts val="1650"/>
              </a:spcBef>
            </a:pPr>
            <a:r>
              <a:rPr sz="2700" b="1" spc="-15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30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225" dirty="0">
                <a:solidFill>
                  <a:srgbClr val="A18967"/>
                </a:solidFill>
                <a:latin typeface="Arial"/>
                <a:cs typeface="Arial"/>
              </a:rPr>
              <a:t>Tools:</a:t>
            </a:r>
            <a:r>
              <a:rPr sz="2700" b="1" spc="-165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70" dirty="0">
                <a:solidFill>
                  <a:srgbClr val="110F0C"/>
                </a:solidFill>
                <a:latin typeface="Arial"/>
                <a:cs typeface="Arial"/>
              </a:rPr>
              <a:t>Markdown</a:t>
            </a:r>
            <a:r>
              <a:rPr sz="2750" spc="-3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and</a:t>
            </a:r>
            <a:r>
              <a:rPr sz="2750" spc="-3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5" dirty="0">
                <a:solidFill>
                  <a:srgbClr val="110F0C"/>
                </a:solidFill>
                <a:latin typeface="Arial"/>
                <a:cs typeface="Arial"/>
              </a:rPr>
              <a:t>GitHub</a:t>
            </a:r>
            <a:r>
              <a:rPr sz="2750" spc="-9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can</a:t>
            </a:r>
            <a:r>
              <a:rPr sz="2750" spc="-29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be</a:t>
            </a:r>
            <a:r>
              <a:rPr sz="2750" spc="-18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75" dirty="0">
                <a:solidFill>
                  <a:srgbClr val="110F0C"/>
                </a:solidFill>
                <a:latin typeface="Arial"/>
                <a:cs typeface="Arial"/>
              </a:rPr>
              <a:t>a</a:t>
            </a:r>
            <a:r>
              <a:rPr sz="2750" spc="-18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65" dirty="0">
                <a:solidFill>
                  <a:srgbClr val="110F0C"/>
                </a:solidFill>
                <a:latin typeface="Arial"/>
                <a:cs typeface="Arial"/>
              </a:rPr>
              <a:t>powerful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start</a:t>
            </a:r>
            <a:r>
              <a:rPr sz="2750" spc="-25" dirty="0">
                <a:solidFill>
                  <a:srgbClr val="313134"/>
                </a:solidFill>
                <a:latin typeface="Arial"/>
                <a:cs typeface="Arial"/>
              </a:rPr>
              <a:t>.</a:t>
            </a:r>
            <a:r>
              <a:rPr sz="2750" spc="-400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sz="2750" spc="-195" dirty="0">
                <a:solidFill>
                  <a:srgbClr val="110F0C"/>
                </a:solidFill>
                <a:latin typeface="Arial"/>
                <a:cs typeface="Arial"/>
              </a:rPr>
              <a:t>An</a:t>
            </a:r>
            <a:r>
              <a:rPr sz="2750" spc="-2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85" dirty="0">
                <a:solidFill>
                  <a:srgbClr val="110F0C"/>
                </a:solidFill>
                <a:latin typeface="Arial"/>
                <a:cs typeface="Arial"/>
              </a:rPr>
              <a:t>Oxygen</a:t>
            </a:r>
            <a:r>
              <a:rPr sz="2750" spc="-4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70" dirty="0">
                <a:solidFill>
                  <a:srgbClr val="110F0C"/>
                </a:solidFill>
                <a:latin typeface="Arial"/>
                <a:cs typeface="Arial"/>
              </a:rPr>
              <a:t>XML</a:t>
            </a:r>
            <a:r>
              <a:rPr sz="2750" spc="-204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Editor</a:t>
            </a:r>
            <a:r>
              <a:rPr sz="2750" spc="-8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license</a:t>
            </a:r>
            <a:r>
              <a:rPr sz="2750" spc="-1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provides</a:t>
            </a:r>
            <a:r>
              <a:rPr sz="2750" spc="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50" dirty="0">
                <a:solidFill>
                  <a:srgbClr val="110F0C"/>
                </a:solidFill>
                <a:latin typeface="Arial"/>
                <a:cs typeface="Arial"/>
              </a:rPr>
              <a:t>a </a:t>
            </a:r>
            <a:r>
              <a:rPr sz="2750" spc="-135" dirty="0">
                <a:solidFill>
                  <a:srgbClr val="110F0C"/>
                </a:solidFill>
                <a:latin typeface="Arial"/>
                <a:cs typeface="Arial"/>
              </a:rPr>
              <a:t>"modest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310" dirty="0">
                <a:solidFill>
                  <a:srgbClr val="110F0C"/>
                </a:solidFill>
                <a:latin typeface="Arial"/>
                <a:cs typeface="Arial"/>
              </a:rPr>
              <a:t>CCMS</a:t>
            </a:r>
            <a:r>
              <a:rPr sz="2750" spc="-12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40" dirty="0">
                <a:solidFill>
                  <a:srgbClr val="110F0C"/>
                </a:solidFill>
                <a:latin typeface="Arial"/>
                <a:cs typeface="Arial"/>
              </a:rPr>
              <a:t>for</a:t>
            </a:r>
            <a:r>
              <a:rPr sz="2750" spc="-2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one</a:t>
            </a:r>
            <a:r>
              <a:rPr sz="2750" spc="-10" dirty="0">
                <a:solidFill>
                  <a:srgbClr val="313134"/>
                </a:solidFill>
                <a:latin typeface="Arial"/>
                <a:cs typeface="Arial"/>
              </a:rPr>
              <a:t>.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"</a:t>
            </a:r>
            <a:endParaRPr sz="2750">
              <a:latin typeface="Arial"/>
              <a:cs typeface="Arial"/>
            </a:endParaRPr>
          </a:p>
          <a:p>
            <a:pPr marL="12700" marR="5080" indent="16510">
              <a:lnSpc>
                <a:spcPct val="96000"/>
              </a:lnSpc>
              <a:spcBef>
                <a:spcPts val="1555"/>
              </a:spcBef>
            </a:pPr>
            <a:r>
              <a:rPr sz="2700" b="1" spc="-15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335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195" dirty="0">
                <a:solidFill>
                  <a:srgbClr val="A18967"/>
                </a:solidFill>
                <a:latin typeface="Arial"/>
                <a:cs typeface="Arial"/>
              </a:rPr>
              <a:t>Process:</a:t>
            </a:r>
            <a:r>
              <a:rPr sz="2700" b="1" spc="-26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Maintain</a:t>
            </a:r>
            <a:r>
              <a:rPr sz="2750" spc="-1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your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taxonomy</a:t>
            </a:r>
            <a:r>
              <a:rPr sz="2750" spc="3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in</a:t>
            </a:r>
            <a:r>
              <a:rPr sz="2750" spc="-3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an</a:t>
            </a:r>
            <a:r>
              <a:rPr sz="2750" spc="-2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Excel 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spreadsheet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10F0C"/>
                </a:solidFill>
                <a:latin typeface="Arial"/>
                <a:cs typeface="Arial"/>
              </a:rPr>
              <a:t>if</a:t>
            </a:r>
            <a:r>
              <a:rPr sz="2750" spc="1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5" dirty="0">
                <a:solidFill>
                  <a:srgbClr val="110F0C"/>
                </a:solidFill>
                <a:latin typeface="Arial"/>
                <a:cs typeface="Arial"/>
              </a:rPr>
              <a:t>you</a:t>
            </a:r>
            <a:r>
              <a:rPr sz="2750" spc="-22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85" dirty="0">
                <a:solidFill>
                  <a:srgbClr val="110F0C"/>
                </a:solidFill>
                <a:latin typeface="Arial"/>
                <a:cs typeface="Arial"/>
              </a:rPr>
              <a:t>have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110F0C"/>
                </a:solidFill>
                <a:latin typeface="Arial"/>
                <a:cs typeface="Arial"/>
              </a:rPr>
              <a:t>to.</a:t>
            </a:r>
            <a:r>
              <a:rPr sz="2750" spc="-2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90" dirty="0">
                <a:solidFill>
                  <a:srgbClr val="110F0C"/>
                </a:solidFill>
                <a:latin typeface="Arial"/>
                <a:cs typeface="Arial"/>
              </a:rPr>
              <a:t>What</a:t>
            </a:r>
            <a:r>
              <a:rPr sz="2750" spc="-204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matters</a:t>
            </a:r>
            <a:r>
              <a:rPr sz="2750" spc="-18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is</a:t>
            </a:r>
            <a:r>
              <a:rPr sz="2750" spc="-2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60" dirty="0">
                <a:solidFill>
                  <a:srgbClr val="110F0C"/>
                </a:solidFill>
                <a:latin typeface="Arial"/>
                <a:cs typeface="Arial"/>
              </a:rPr>
              <a:t>that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you </a:t>
            </a:r>
            <a:r>
              <a:rPr sz="2750" i="1" spc="-170" dirty="0">
                <a:solidFill>
                  <a:srgbClr val="110F0C"/>
                </a:solidFill>
                <a:latin typeface="Arial"/>
                <a:cs typeface="Arial"/>
              </a:rPr>
              <a:t>have</a:t>
            </a:r>
            <a:r>
              <a:rPr sz="2750" i="1" spc="-15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55" dirty="0">
                <a:solidFill>
                  <a:srgbClr val="110F0C"/>
                </a:solidFill>
                <a:latin typeface="Arial"/>
                <a:cs typeface="Arial"/>
              </a:rPr>
              <a:t>a</a:t>
            </a:r>
            <a:r>
              <a:rPr sz="2750" spc="-27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70" dirty="0">
                <a:solidFill>
                  <a:srgbClr val="110F0C"/>
                </a:solidFill>
                <a:latin typeface="Arial"/>
                <a:cs typeface="Arial"/>
              </a:rPr>
              <a:t>taxonomy</a:t>
            </a:r>
            <a:r>
              <a:rPr sz="2750" spc="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and</a:t>
            </a:r>
            <a:r>
              <a:rPr sz="2750" spc="-11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apply</a:t>
            </a:r>
            <a:r>
              <a:rPr sz="2750" spc="-3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tags</a:t>
            </a:r>
            <a:r>
              <a:rPr sz="2750" spc="-2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313134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onsistently.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95869" y="2438664"/>
            <a:ext cx="4488180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spc="-235" dirty="0">
                <a:solidFill>
                  <a:srgbClr val="110F0C"/>
                </a:solidFill>
                <a:latin typeface="Arial"/>
                <a:cs typeface="Arial"/>
              </a:rPr>
              <a:t>For</a:t>
            </a:r>
            <a:r>
              <a:rPr sz="3600" spc="-5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spc="-195" dirty="0">
                <a:solidFill>
                  <a:srgbClr val="110F0C"/>
                </a:solidFill>
                <a:latin typeface="Arial"/>
                <a:cs typeface="Arial"/>
              </a:rPr>
              <a:t>Large</a:t>
            </a:r>
            <a:r>
              <a:rPr sz="3600" spc="-7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3600" spc="-145" dirty="0">
                <a:solidFill>
                  <a:srgbClr val="110F0C"/>
                </a:solidFill>
                <a:latin typeface="Arial"/>
                <a:cs typeface="Arial"/>
              </a:rPr>
              <a:t>Organizations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3482" y="5266365"/>
            <a:ext cx="7367905" cy="380428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720"/>
              </a:spcBef>
            </a:pPr>
            <a:r>
              <a:rPr sz="2700" b="1" spc="-12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365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185" dirty="0">
                <a:solidFill>
                  <a:srgbClr val="A18967"/>
                </a:solidFill>
                <a:latin typeface="Arial"/>
                <a:cs typeface="Arial"/>
              </a:rPr>
              <a:t>Goal:</a:t>
            </a:r>
            <a:r>
              <a:rPr sz="2700" b="1" spc="-305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85" dirty="0">
                <a:solidFill>
                  <a:srgbClr val="110F0C"/>
                </a:solidFill>
                <a:latin typeface="Arial"/>
                <a:cs typeface="Arial"/>
              </a:rPr>
              <a:t>Leverage</a:t>
            </a:r>
            <a:r>
              <a:rPr sz="2750" spc="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scale</a:t>
            </a:r>
            <a:r>
              <a:rPr sz="2750" spc="-229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and</a:t>
            </a:r>
            <a:r>
              <a:rPr sz="2750" spc="-19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10" dirty="0">
                <a:solidFill>
                  <a:srgbClr val="110F0C"/>
                </a:solidFill>
                <a:latin typeface="Arial"/>
                <a:cs typeface="Arial"/>
              </a:rPr>
              <a:t>integrate</a:t>
            </a:r>
            <a:r>
              <a:rPr sz="2750" spc="4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systems.</a:t>
            </a:r>
            <a:endParaRPr sz="2750">
              <a:latin typeface="Arial"/>
              <a:cs typeface="Arial"/>
            </a:endParaRPr>
          </a:p>
          <a:p>
            <a:pPr marL="26670" marR="69215" indent="-9525">
              <a:lnSpc>
                <a:spcPts val="2920"/>
              </a:lnSpc>
              <a:spcBef>
                <a:spcPts val="2039"/>
              </a:spcBef>
            </a:pPr>
            <a:r>
              <a:rPr sz="2700" b="1" spc="-12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30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225" dirty="0">
                <a:solidFill>
                  <a:srgbClr val="A18967"/>
                </a:solidFill>
                <a:latin typeface="Arial"/>
                <a:cs typeface="Arial"/>
              </a:rPr>
              <a:t>Tools:</a:t>
            </a:r>
            <a:r>
              <a:rPr sz="2700" b="1" spc="-45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90" dirty="0">
                <a:solidFill>
                  <a:srgbClr val="110F0C"/>
                </a:solidFill>
                <a:latin typeface="Arial"/>
                <a:cs typeface="Arial"/>
              </a:rPr>
              <a:t>A</a:t>
            </a:r>
            <a:r>
              <a:rPr sz="2750" spc="-21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30" dirty="0">
                <a:solidFill>
                  <a:srgbClr val="110F0C"/>
                </a:solidFill>
                <a:latin typeface="Arial"/>
                <a:cs typeface="Arial"/>
              </a:rPr>
              <a:t>full</a:t>
            </a:r>
            <a:r>
              <a:rPr sz="2750" spc="-29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25" dirty="0">
                <a:solidFill>
                  <a:srgbClr val="110F0C"/>
                </a:solidFill>
                <a:latin typeface="Arial"/>
                <a:cs typeface="Arial"/>
              </a:rPr>
              <a:t>CCMS</a:t>
            </a:r>
            <a:r>
              <a:rPr sz="2750" spc="-225" dirty="0">
                <a:solidFill>
                  <a:srgbClr val="313134"/>
                </a:solidFill>
                <a:latin typeface="Arial"/>
                <a:cs typeface="Arial"/>
              </a:rPr>
              <a:t>,</a:t>
            </a:r>
            <a:r>
              <a:rPr sz="2750" spc="-265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dedicated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knowledge</a:t>
            </a:r>
            <a:r>
              <a:rPr sz="2750" spc="2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85" dirty="0">
                <a:solidFill>
                  <a:srgbClr val="110F0C"/>
                </a:solidFill>
                <a:latin typeface="Arial"/>
                <a:cs typeface="Arial"/>
              </a:rPr>
              <a:t>graph </a:t>
            </a:r>
            <a:r>
              <a:rPr sz="2750" spc="-90" dirty="0">
                <a:solidFill>
                  <a:srgbClr val="110F0C"/>
                </a:solidFill>
                <a:latin typeface="Arial"/>
                <a:cs typeface="Arial"/>
              </a:rPr>
              <a:t>software</a:t>
            </a:r>
            <a:r>
              <a:rPr sz="2750" spc="-90" dirty="0">
                <a:solidFill>
                  <a:srgbClr val="313134"/>
                </a:solidFill>
                <a:latin typeface="Arial"/>
                <a:cs typeface="Arial"/>
              </a:rPr>
              <a:t>,</a:t>
            </a:r>
            <a:r>
              <a:rPr sz="2750" spc="-409" dirty="0">
                <a:solidFill>
                  <a:srgbClr val="313134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and</a:t>
            </a:r>
            <a:r>
              <a:rPr sz="2750" spc="-22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55" dirty="0">
                <a:solidFill>
                  <a:srgbClr val="110F0C"/>
                </a:solidFill>
                <a:latin typeface="Arial"/>
                <a:cs typeface="Arial"/>
              </a:rPr>
              <a:t>a</a:t>
            </a:r>
            <a:r>
              <a:rPr sz="2750" spc="-2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Content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Delivery</a:t>
            </a:r>
            <a:r>
              <a:rPr sz="2750" spc="-8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Platform</a:t>
            </a:r>
            <a:r>
              <a:rPr sz="2750" spc="1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55" dirty="0">
                <a:solidFill>
                  <a:srgbClr val="110F0C"/>
                </a:solidFill>
                <a:latin typeface="Arial"/>
                <a:cs typeface="Arial"/>
              </a:rPr>
              <a:t>(CDP).</a:t>
            </a:r>
            <a:endParaRPr sz="2750">
              <a:latin typeface="Arial"/>
              <a:cs typeface="Arial"/>
            </a:endParaRPr>
          </a:p>
          <a:p>
            <a:pPr marL="12700" marR="5080" indent="4445">
              <a:lnSpc>
                <a:spcPts val="2920"/>
              </a:lnSpc>
              <a:spcBef>
                <a:spcPts val="2405"/>
              </a:spcBef>
            </a:pPr>
            <a:r>
              <a:rPr sz="2700" b="1" spc="-125" dirty="0">
                <a:solidFill>
                  <a:srgbClr val="A18967"/>
                </a:solidFill>
                <a:latin typeface="Arial"/>
                <a:cs typeface="Arial"/>
              </a:rPr>
              <a:t>The</a:t>
            </a:r>
            <a:r>
              <a:rPr sz="2700" b="1" spc="-330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00" b="1" spc="-195" dirty="0">
                <a:solidFill>
                  <a:srgbClr val="A18967"/>
                </a:solidFill>
                <a:latin typeface="Arial"/>
                <a:cs typeface="Arial"/>
              </a:rPr>
              <a:t>Process:</a:t>
            </a:r>
            <a:r>
              <a:rPr sz="2700" b="1" spc="-204" dirty="0">
                <a:solidFill>
                  <a:srgbClr val="A18967"/>
                </a:solidFill>
                <a:latin typeface="Arial"/>
                <a:cs typeface="Arial"/>
              </a:rPr>
              <a:t> </a:t>
            </a:r>
            <a:r>
              <a:rPr sz="2750" spc="-170" dirty="0">
                <a:solidFill>
                  <a:srgbClr val="110F0C"/>
                </a:solidFill>
                <a:latin typeface="Arial"/>
                <a:cs typeface="Arial"/>
              </a:rPr>
              <a:t>The</a:t>
            </a:r>
            <a:r>
              <a:rPr sz="2750" spc="-229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10" dirty="0">
                <a:solidFill>
                  <a:srgbClr val="110F0C"/>
                </a:solidFill>
                <a:latin typeface="Arial"/>
                <a:cs typeface="Arial"/>
              </a:rPr>
              <a:t>LLMs</a:t>
            </a:r>
            <a:r>
              <a:rPr sz="2750" spc="-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within</a:t>
            </a:r>
            <a:r>
              <a:rPr sz="2750" spc="-28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modern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70" dirty="0">
                <a:solidFill>
                  <a:srgbClr val="110F0C"/>
                </a:solidFill>
                <a:latin typeface="Arial"/>
                <a:cs typeface="Arial"/>
              </a:rPr>
              <a:t>CDPs</a:t>
            </a:r>
            <a:r>
              <a:rPr sz="2750" spc="-10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can </a:t>
            </a:r>
            <a:r>
              <a:rPr sz="2750" spc="-125" dirty="0">
                <a:solidFill>
                  <a:srgbClr val="110F0C"/>
                </a:solidFill>
                <a:latin typeface="Arial"/>
                <a:cs typeface="Arial"/>
              </a:rPr>
              <a:t>alleviate</a:t>
            </a:r>
            <a:r>
              <a:rPr sz="2750" spc="-114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15" dirty="0">
                <a:solidFill>
                  <a:srgbClr val="110F0C"/>
                </a:solidFill>
                <a:latin typeface="Arial"/>
                <a:cs typeface="Arial"/>
              </a:rPr>
              <a:t>some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30" dirty="0">
                <a:solidFill>
                  <a:srgbClr val="110F0C"/>
                </a:solidFill>
                <a:latin typeface="Arial"/>
                <a:cs typeface="Arial"/>
              </a:rPr>
              <a:t>of</a:t>
            </a:r>
            <a:r>
              <a:rPr sz="2750" spc="-15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60" dirty="0">
                <a:solidFill>
                  <a:srgbClr val="110F0C"/>
                </a:solidFill>
                <a:latin typeface="Arial"/>
                <a:cs typeface="Arial"/>
              </a:rPr>
              <a:t>the</a:t>
            </a:r>
            <a:r>
              <a:rPr sz="2750" spc="-254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04" dirty="0">
                <a:solidFill>
                  <a:srgbClr val="110F0C"/>
                </a:solidFill>
                <a:latin typeface="Arial"/>
                <a:cs typeface="Arial"/>
              </a:rPr>
              <a:t>manual</a:t>
            </a:r>
            <a:r>
              <a:rPr sz="2750" spc="-5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20" dirty="0">
                <a:solidFill>
                  <a:srgbClr val="110F0C"/>
                </a:solidFill>
                <a:latin typeface="Arial"/>
                <a:cs typeface="Arial"/>
              </a:rPr>
              <a:t>tagging</a:t>
            </a:r>
            <a:r>
              <a:rPr sz="2750" spc="-9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40" dirty="0">
                <a:solidFill>
                  <a:srgbClr val="110F0C"/>
                </a:solidFill>
                <a:latin typeface="Arial"/>
                <a:cs typeface="Arial"/>
              </a:rPr>
              <a:t>burden,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40" dirty="0">
                <a:solidFill>
                  <a:srgbClr val="110F0C"/>
                </a:solidFill>
                <a:latin typeface="Arial"/>
                <a:cs typeface="Arial"/>
              </a:rPr>
              <a:t>but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the </a:t>
            </a:r>
            <a:r>
              <a:rPr sz="2750" spc="-145" dirty="0">
                <a:solidFill>
                  <a:srgbClr val="110F0C"/>
                </a:solidFill>
                <a:latin typeface="Arial"/>
                <a:cs typeface="Arial"/>
              </a:rPr>
              <a:t>foundational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110F0C"/>
                </a:solidFill>
                <a:latin typeface="Arial"/>
                <a:cs typeface="Arial"/>
              </a:rPr>
              <a:t>Information</a:t>
            </a:r>
            <a:r>
              <a:rPr sz="2750" spc="4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14" dirty="0">
                <a:solidFill>
                  <a:srgbClr val="110F0C"/>
                </a:solidFill>
                <a:latin typeface="Arial"/>
                <a:cs typeface="Arial"/>
              </a:rPr>
              <a:t>Architecture</a:t>
            </a:r>
            <a:r>
              <a:rPr sz="2750" spc="-8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5" dirty="0">
                <a:solidFill>
                  <a:srgbClr val="110F0C"/>
                </a:solidFill>
                <a:latin typeface="Arial"/>
                <a:cs typeface="Arial"/>
              </a:rPr>
              <a:t>must</a:t>
            </a:r>
            <a:r>
              <a:rPr sz="2750" spc="-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0F0C"/>
                </a:solidFill>
                <a:latin typeface="Arial"/>
                <a:cs typeface="Arial"/>
              </a:rPr>
              <a:t>be </a:t>
            </a:r>
            <a:r>
              <a:rPr sz="2750" spc="-165" dirty="0">
                <a:solidFill>
                  <a:srgbClr val="110F0C"/>
                </a:solidFill>
                <a:latin typeface="Arial"/>
                <a:cs typeface="Arial"/>
              </a:rPr>
              <a:t>sound.</a:t>
            </a:r>
            <a:r>
              <a:rPr sz="2750" spc="-22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5" dirty="0">
                <a:solidFill>
                  <a:srgbClr val="110F0C"/>
                </a:solidFill>
                <a:latin typeface="Arial"/>
                <a:cs typeface="Arial"/>
              </a:rPr>
              <a:t>Look 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for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5" dirty="0">
                <a:solidFill>
                  <a:srgbClr val="110F0C"/>
                </a:solidFill>
                <a:latin typeface="Arial"/>
                <a:cs typeface="Arial"/>
              </a:rPr>
              <a:t>opportunities</a:t>
            </a:r>
            <a:r>
              <a:rPr sz="2750" spc="3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10F0C"/>
                </a:solidFill>
                <a:latin typeface="Arial"/>
                <a:cs typeface="Arial"/>
              </a:rPr>
              <a:t>to</a:t>
            </a:r>
            <a:r>
              <a:rPr sz="2750" spc="-2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10" dirty="0">
                <a:solidFill>
                  <a:srgbClr val="110F0C"/>
                </a:solidFill>
                <a:latin typeface="Arial"/>
                <a:cs typeface="Arial"/>
              </a:rPr>
              <a:t>connect</a:t>
            </a:r>
            <a:r>
              <a:rPr sz="2750" spc="8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85" dirty="0">
                <a:solidFill>
                  <a:srgbClr val="110F0C"/>
                </a:solidFill>
                <a:latin typeface="Arial"/>
                <a:cs typeface="Arial"/>
              </a:rPr>
              <a:t>with</a:t>
            </a:r>
            <a:r>
              <a:rPr sz="2750" spc="-2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other </a:t>
            </a:r>
            <a:r>
              <a:rPr sz="2750" spc="-125" dirty="0">
                <a:solidFill>
                  <a:srgbClr val="110F0C"/>
                </a:solidFill>
                <a:latin typeface="Arial"/>
                <a:cs typeface="Arial"/>
              </a:rPr>
              <a:t>departments</a:t>
            </a:r>
            <a:r>
              <a:rPr sz="2750" spc="3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50" dirty="0">
                <a:solidFill>
                  <a:srgbClr val="110F0C"/>
                </a:solidFill>
                <a:latin typeface="Arial"/>
                <a:cs typeface="Arial"/>
              </a:rPr>
              <a:t>and</a:t>
            </a:r>
            <a:r>
              <a:rPr sz="2750" spc="-21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75" dirty="0">
                <a:solidFill>
                  <a:srgbClr val="110F0C"/>
                </a:solidFill>
                <a:latin typeface="Arial"/>
                <a:cs typeface="Arial"/>
              </a:rPr>
              <a:t>reuse</a:t>
            </a:r>
            <a:r>
              <a:rPr sz="2750" spc="-170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70" dirty="0">
                <a:solidFill>
                  <a:srgbClr val="110F0C"/>
                </a:solidFill>
                <a:latin typeface="Arial"/>
                <a:cs typeface="Arial"/>
              </a:rPr>
              <a:t>their </a:t>
            </a:r>
            <a:r>
              <a:rPr sz="2750" spc="-145" dirty="0">
                <a:solidFill>
                  <a:srgbClr val="110F0C"/>
                </a:solidFill>
                <a:latin typeface="Arial"/>
                <a:cs typeface="Arial"/>
              </a:rPr>
              <a:t>systems</a:t>
            </a:r>
            <a:r>
              <a:rPr sz="2750" spc="-13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80" dirty="0">
                <a:solidFill>
                  <a:srgbClr val="110F0C"/>
                </a:solidFill>
                <a:latin typeface="Arial"/>
                <a:cs typeface="Arial"/>
              </a:rPr>
              <a:t>or</a:t>
            </a:r>
            <a:r>
              <a:rPr sz="2750" spc="-245" dirty="0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0F0C"/>
                </a:solidFill>
                <a:latin typeface="Arial"/>
                <a:cs typeface="Arial"/>
              </a:rPr>
              <a:t>licenses.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2820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25"/>
              </a:spcBef>
            </a:pPr>
            <a:r>
              <a:rPr dirty="0"/>
              <a:t>Clarity</a:t>
            </a:r>
            <a:r>
              <a:rPr spc="-75" dirty="0"/>
              <a:t> </a:t>
            </a:r>
            <a:r>
              <a:rPr spc="150" dirty="0"/>
              <a:t>for</a:t>
            </a:r>
            <a:r>
              <a:rPr spc="-395" dirty="0"/>
              <a:t> </a:t>
            </a:r>
            <a:r>
              <a:rPr spc="155" dirty="0"/>
              <a:t>the</a:t>
            </a:r>
            <a:r>
              <a:rPr spc="145" dirty="0"/>
              <a:t> </a:t>
            </a:r>
            <a:r>
              <a:rPr spc="130" dirty="0"/>
              <a:t>Machine</a:t>
            </a:r>
            <a:r>
              <a:rPr spc="-15" dirty="0"/>
              <a:t> </a:t>
            </a:r>
            <a:r>
              <a:rPr spc="80" dirty="0"/>
              <a:t>is</a:t>
            </a:r>
            <a:r>
              <a:rPr spc="-35" dirty="0"/>
              <a:t> </a:t>
            </a:r>
            <a:r>
              <a:rPr dirty="0"/>
              <a:t>Clarity</a:t>
            </a:r>
            <a:r>
              <a:rPr spc="-235" dirty="0"/>
              <a:t> </a:t>
            </a:r>
            <a:r>
              <a:rPr spc="150" dirty="0"/>
              <a:t>for</a:t>
            </a:r>
            <a:r>
              <a:rPr spc="-285" dirty="0"/>
              <a:t> </a:t>
            </a:r>
            <a:r>
              <a:rPr spc="155" dirty="0"/>
              <a:t>the</a:t>
            </a:r>
            <a:r>
              <a:rPr spc="245" dirty="0"/>
              <a:t> </a:t>
            </a:r>
            <a:r>
              <a:rPr spc="70" dirty="0"/>
              <a:t>Human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053" y="2228022"/>
            <a:ext cx="14675485" cy="12230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775450" algn="l"/>
              </a:tabLst>
            </a:pPr>
            <a:r>
              <a:rPr sz="2650" spc="75" dirty="0">
                <a:solidFill>
                  <a:srgbClr val="5D5B59"/>
                </a:solidFill>
                <a:latin typeface="Arial"/>
                <a:cs typeface="Arial"/>
              </a:rPr>
              <a:t>Does</a:t>
            </a:r>
            <a:r>
              <a:rPr sz="2650" spc="2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5D5B59"/>
                </a:solidFill>
                <a:latin typeface="Arial"/>
                <a:cs typeface="Arial"/>
              </a:rPr>
              <a:t>making</a:t>
            </a:r>
            <a:r>
              <a:rPr sz="2650" spc="100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120" dirty="0">
                <a:solidFill>
                  <a:srgbClr val="5D5B59"/>
                </a:solidFill>
                <a:latin typeface="Arial"/>
                <a:cs typeface="Arial"/>
              </a:rPr>
              <a:t>content</a:t>
            </a:r>
            <a:r>
              <a:rPr sz="2650" spc="19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120" dirty="0">
                <a:solidFill>
                  <a:srgbClr val="5D5B59"/>
                </a:solidFill>
                <a:latin typeface="Arial"/>
                <a:cs typeface="Arial"/>
              </a:rPr>
              <a:t>better</a:t>
            </a:r>
            <a:r>
              <a:rPr sz="2650" spc="12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110" dirty="0">
                <a:solidFill>
                  <a:srgbClr val="5D5B59"/>
                </a:solidFill>
                <a:latin typeface="Arial"/>
                <a:cs typeface="Arial"/>
              </a:rPr>
              <a:t>for</a:t>
            </a:r>
            <a:r>
              <a:rPr sz="2650" spc="9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5D5B59"/>
                </a:solidFill>
                <a:latin typeface="Arial"/>
                <a:cs typeface="Arial"/>
              </a:rPr>
              <a:t>Al</a:t>
            </a:r>
            <a:r>
              <a:rPr sz="2650" spc="-5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5D5B59"/>
                </a:solidFill>
                <a:latin typeface="Arial"/>
                <a:cs typeface="Arial"/>
              </a:rPr>
              <a:t>make</a:t>
            </a:r>
            <a:r>
              <a:rPr sz="2650" spc="25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5D5B59"/>
                </a:solidFill>
                <a:latin typeface="Arial"/>
                <a:cs typeface="Arial"/>
              </a:rPr>
              <a:t>it</a:t>
            </a:r>
            <a:r>
              <a:rPr sz="2650" dirty="0">
                <a:solidFill>
                  <a:srgbClr val="5D5B59"/>
                </a:solidFill>
                <a:latin typeface="Arial"/>
                <a:cs typeface="Arial"/>
              </a:rPr>
              <a:t>	</a:t>
            </a:r>
            <a:r>
              <a:rPr sz="2650" spc="80" dirty="0">
                <a:solidFill>
                  <a:srgbClr val="5D5B59"/>
                </a:solidFill>
                <a:latin typeface="Arial"/>
                <a:cs typeface="Arial"/>
              </a:rPr>
              <a:t>worse</a:t>
            </a:r>
            <a:r>
              <a:rPr sz="2650" spc="60" dirty="0">
                <a:solidFill>
                  <a:srgbClr val="5D5B59"/>
                </a:solidFill>
                <a:latin typeface="Arial"/>
                <a:cs typeface="Arial"/>
              </a:rPr>
              <a:t> for</a:t>
            </a:r>
            <a:r>
              <a:rPr sz="2650" spc="140" dirty="0">
                <a:solidFill>
                  <a:srgbClr val="5D5B59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5D5B59"/>
                </a:solidFill>
                <a:latin typeface="Arial"/>
                <a:cs typeface="Arial"/>
              </a:rPr>
              <a:t>humans?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650" spc="120" dirty="0">
                <a:solidFill>
                  <a:srgbClr val="15130F"/>
                </a:solidFill>
                <a:latin typeface="Arial"/>
                <a:cs typeface="Arial"/>
              </a:rPr>
              <a:t>No.</a:t>
            </a:r>
            <a:r>
              <a:rPr sz="2650" spc="-7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-3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principles</a:t>
            </a:r>
            <a:r>
              <a:rPr sz="2650" spc="14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40" dirty="0">
                <a:solidFill>
                  <a:srgbClr val="15130F"/>
                </a:solidFill>
                <a:latin typeface="Arial"/>
                <a:cs typeface="Arial"/>
              </a:rPr>
              <a:t>that</a:t>
            </a:r>
            <a:r>
              <a:rPr sz="2650" spc="-3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make</a:t>
            </a:r>
            <a:r>
              <a:rPr sz="2650" spc="-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5" dirty="0">
                <a:solidFill>
                  <a:srgbClr val="15130F"/>
                </a:solidFill>
                <a:latin typeface="Arial"/>
                <a:cs typeface="Arial"/>
              </a:rPr>
              <a:t>content</a:t>
            </a:r>
            <a:r>
              <a:rPr sz="2650" spc="1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machine-</a:t>
            </a:r>
            <a:r>
              <a:rPr sz="2650" spc="95" dirty="0">
                <a:solidFill>
                  <a:srgbClr val="15130F"/>
                </a:solidFill>
                <a:latin typeface="Arial"/>
                <a:cs typeface="Arial"/>
              </a:rPr>
              <a:t>readable</a:t>
            </a:r>
            <a:r>
              <a:rPr sz="2650" spc="-4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35" dirty="0">
                <a:solidFill>
                  <a:srgbClr val="15130F"/>
                </a:solidFill>
                <a:latin typeface="Arial"/>
                <a:cs typeface="Arial"/>
              </a:rPr>
              <a:t>often</a:t>
            </a:r>
            <a:r>
              <a:rPr sz="2650" spc="-11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make</a:t>
            </a:r>
            <a:r>
              <a:rPr sz="2650" spc="-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it</a:t>
            </a:r>
            <a:r>
              <a:rPr sz="2650" spc="27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clearer</a:t>
            </a:r>
            <a:r>
              <a:rPr sz="2650" spc="1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15130F"/>
                </a:solidFill>
                <a:latin typeface="Arial"/>
                <a:cs typeface="Arial"/>
              </a:rPr>
              <a:t>for</a:t>
            </a:r>
            <a:r>
              <a:rPr sz="2650" spc="27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15130F"/>
                </a:solidFill>
                <a:latin typeface="Arial"/>
                <a:cs typeface="Arial"/>
              </a:rPr>
              <a:t>all</a:t>
            </a:r>
            <a:r>
              <a:rPr sz="2650" spc="-1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readers.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005" y="4276922"/>
            <a:ext cx="7412990" cy="2259965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vert="horz" wrap="square" lIns="0" tIns="314325" rIns="0" bIns="0" rtlCol="0">
            <a:spAutoFit/>
          </a:bodyPr>
          <a:lstStyle/>
          <a:p>
            <a:pPr marL="369570">
              <a:lnSpc>
                <a:spcPts val="3055"/>
              </a:lnSpc>
              <a:spcBef>
                <a:spcPts val="2475"/>
              </a:spcBef>
            </a:pPr>
            <a:r>
              <a:rPr sz="2650" spc="60" dirty="0">
                <a:solidFill>
                  <a:srgbClr val="5D5B59"/>
                </a:solidFill>
                <a:latin typeface="Arial"/>
                <a:cs typeface="Arial"/>
              </a:rPr>
              <a:t>Ambiguous</a:t>
            </a:r>
            <a:endParaRPr sz="2650">
              <a:latin typeface="Arial"/>
              <a:cs typeface="Arial"/>
            </a:endParaRPr>
          </a:p>
          <a:p>
            <a:pPr marL="365760">
              <a:lnSpc>
                <a:spcPts val="5805"/>
              </a:lnSpc>
              <a:tabLst>
                <a:tab pos="4051935" algn="l"/>
              </a:tabLst>
            </a:pP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Open</a:t>
            </a:r>
            <a:r>
              <a:rPr sz="2650" spc="-3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28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15130F"/>
                </a:solidFill>
                <a:latin typeface="Arial"/>
                <a:cs typeface="Arial"/>
              </a:rPr>
              <a:t>cover.</a:t>
            </a:r>
            <a:r>
              <a:rPr sz="2650" spc="-9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If</a:t>
            </a:r>
            <a:r>
              <a:rPr sz="2650" spc="-8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4950" b="1" spc="-775" dirty="0">
                <a:solidFill>
                  <a:srgbClr val="9A4B49"/>
                </a:solidFill>
                <a:latin typeface="Times New Roman"/>
                <a:cs typeface="Times New Roman"/>
              </a:rPr>
              <a:t>DI</a:t>
            </a:r>
            <a:r>
              <a:rPr sz="2650" spc="-775" dirty="0">
                <a:solidFill>
                  <a:srgbClr val="15130F"/>
                </a:solidFill>
                <a:latin typeface="Arial"/>
                <a:cs typeface="Arial"/>
              </a:rPr>
              <a:t>is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	</a:t>
            </a:r>
            <a:r>
              <a:rPr sz="2650" spc="110" dirty="0">
                <a:solidFill>
                  <a:srgbClr val="15130F"/>
                </a:solidFill>
                <a:latin typeface="Arial"/>
                <a:cs typeface="Arial"/>
              </a:rPr>
              <a:t>stuck,</a:t>
            </a:r>
            <a:r>
              <a:rPr sz="2650" spc="-4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apply</a:t>
            </a:r>
            <a:endParaRPr sz="2650">
              <a:latin typeface="Arial"/>
              <a:cs typeface="Arial"/>
            </a:endParaRPr>
          </a:p>
          <a:p>
            <a:pPr marL="359410">
              <a:lnSpc>
                <a:spcPts val="3170"/>
              </a:lnSpc>
            </a:pP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pressure</a:t>
            </a:r>
            <a:r>
              <a:rPr sz="2650" spc="80" dirty="0">
                <a:solidFill>
                  <a:srgbClr val="38383D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464" y="5699733"/>
            <a:ext cx="840740" cy="461645"/>
          </a:xfrm>
          <a:custGeom>
            <a:avLst/>
            <a:gdLst/>
            <a:ahLst/>
            <a:cxnLst/>
            <a:rect l="l" t="t" r="r" b="b"/>
            <a:pathLst>
              <a:path w="840740" h="461645">
                <a:moveTo>
                  <a:pt x="840636" y="461532"/>
                </a:moveTo>
                <a:lnTo>
                  <a:pt x="0" y="461532"/>
                </a:lnTo>
                <a:lnTo>
                  <a:pt x="0" y="0"/>
                </a:lnTo>
                <a:lnTo>
                  <a:pt x="840636" y="0"/>
                </a:lnTo>
                <a:lnTo>
                  <a:pt x="840636" y="461532"/>
                </a:lnTo>
                <a:close/>
              </a:path>
            </a:pathLst>
          </a:custGeom>
          <a:solidFill>
            <a:srgbClr val="7B9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93030" y="5240151"/>
            <a:ext cx="2242820" cy="461645"/>
          </a:xfrm>
          <a:custGeom>
            <a:avLst/>
            <a:gdLst/>
            <a:ahLst/>
            <a:cxnLst/>
            <a:rect l="l" t="t" r="r" b="b"/>
            <a:pathLst>
              <a:path w="2242819" h="461645">
                <a:moveTo>
                  <a:pt x="2242799" y="461532"/>
                </a:moveTo>
                <a:lnTo>
                  <a:pt x="0" y="461532"/>
                </a:lnTo>
                <a:lnTo>
                  <a:pt x="0" y="0"/>
                </a:lnTo>
                <a:lnTo>
                  <a:pt x="2242799" y="0"/>
                </a:lnTo>
                <a:lnTo>
                  <a:pt x="2242799" y="461532"/>
                </a:lnTo>
                <a:close/>
              </a:path>
            </a:pathLst>
          </a:custGeom>
          <a:solidFill>
            <a:srgbClr val="7B9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19634" y="4276922"/>
            <a:ext cx="7412990" cy="2259965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vert="horz" wrap="square" lIns="0" tIns="31432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2475"/>
              </a:spcBef>
            </a:pPr>
            <a:r>
              <a:rPr sz="2650" spc="-10" dirty="0">
                <a:solidFill>
                  <a:srgbClr val="5D5B59"/>
                </a:solidFill>
                <a:latin typeface="Arial"/>
                <a:cs typeface="Arial"/>
              </a:rPr>
              <a:t>Clear</a:t>
            </a:r>
            <a:endParaRPr sz="2650">
              <a:latin typeface="Arial"/>
              <a:cs typeface="Arial"/>
            </a:endParaRPr>
          </a:p>
          <a:p>
            <a:pPr marL="359410" marR="1170305" indent="5715">
              <a:lnSpc>
                <a:spcPct val="113799"/>
              </a:lnSpc>
              <a:spcBef>
                <a:spcPts val="1610"/>
              </a:spcBef>
              <a:tabLst>
                <a:tab pos="1391285" algn="l"/>
                <a:tab pos="3973195" algn="l"/>
              </a:tabLst>
            </a:pP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Open</a:t>
            </a:r>
            <a:r>
              <a:rPr sz="2650" spc="-3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27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15130F"/>
                </a:solidFill>
                <a:latin typeface="Arial"/>
                <a:cs typeface="Arial"/>
              </a:rPr>
              <a:t>cover.</a:t>
            </a:r>
            <a:r>
              <a:rPr sz="2650" spc="-9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If</a:t>
            </a:r>
            <a:r>
              <a:rPr sz="2650" spc="14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	</a:t>
            </a:r>
            <a:r>
              <a:rPr sz="2650" spc="130" dirty="0">
                <a:solidFill>
                  <a:srgbClr val="E1F2EF"/>
                </a:solidFill>
                <a:latin typeface="Arial"/>
                <a:cs typeface="Arial"/>
              </a:rPr>
              <a:t>P2240</a:t>
            </a:r>
            <a:r>
              <a:rPr sz="2650" spc="-65" dirty="0">
                <a:solidFill>
                  <a:srgbClr val="E1F2E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E1F2EF"/>
                </a:solidFill>
                <a:latin typeface="Arial"/>
                <a:cs typeface="Arial"/>
              </a:rPr>
              <a:t>access </a:t>
            </a:r>
            <a:r>
              <a:rPr sz="2650" spc="75" dirty="0">
                <a:solidFill>
                  <a:srgbClr val="E1F2EF"/>
                </a:solidFill>
                <a:latin typeface="Arial"/>
                <a:cs typeface="Arial"/>
              </a:rPr>
              <a:t>panel</a:t>
            </a:r>
            <a:r>
              <a:rPr sz="2650" dirty="0">
                <a:solidFill>
                  <a:srgbClr val="E1F2EF"/>
                </a:solidFill>
                <a:latin typeface="Arial"/>
                <a:cs typeface="Arial"/>
              </a:rPr>
              <a:t>	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is</a:t>
            </a:r>
            <a:r>
              <a:rPr sz="2650" spc="15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5" dirty="0">
                <a:solidFill>
                  <a:srgbClr val="15130F"/>
                </a:solidFill>
                <a:latin typeface="Arial"/>
                <a:cs typeface="Arial"/>
              </a:rPr>
              <a:t>stuck,</a:t>
            </a:r>
            <a:r>
              <a:rPr sz="2650" spc="-7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apply</a:t>
            </a:r>
            <a:r>
              <a:rPr sz="2650" spc="12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15130F"/>
                </a:solidFill>
                <a:latin typeface="Arial"/>
                <a:cs typeface="Arial"/>
              </a:rPr>
              <a:t>pressure.</a:t>
            </a:r>
            <a:endParaRPr sz="26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400" b="0" spc="-114" dirty="0">
                <a:solidFill>
                  <a:srgbClr val="3B3D3F"/>
                </a:solidFill>
                <a:latin typeface="Arial"/>
                <a:cs typeface="Arial"/>
              </a:rPr>
              <a:t>I'S\</a:t>
            </a:r>
            <a:r>
              <a:rPr sz="1400" b="0" spc="10" dirty="0">
                <a:solidFill>
                  <a:srgbClr val="3B3D3F"/>
                </a:solidFill>
                <a:latin typeface="Arial"/>
                <a:cs typeface="Arial"/>
              </a:rPr>
              <a:t> </a:t>
            </a:r>
            <a:r>
              <a:rPr spc="-40" dirty="0"/>
              <a:t>NotebookLM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1378" y="7382992"/>
            <a:ext cx="15608300" cy="143002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6510" marR="5080" indent="-4445">
              <a:lnSpc>
                <a:spcPct val="115399"/>
              </a:lnSpc>
              <a:spcBef>
                <a:spcPts val="145"/>
              </a:spcBef>
            </a:pP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Using</a:t>
            </a:r>
            <a:r>
              <a:rPr sz="2650" spc="-11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precise</a:t>
            </a:r>
            <a:r>
              <a:rPr sz="2650" spc="4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nouns</a:t>
            </a:r>
            <a:r>
              <a:rPr sz="2650" spc="2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instead</a:t>
            </a:r>
            <a:r>
              <a:rPr sz="2650" spc="4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of</a:t>
            </a:r>
            <a:r>
              <a:rPr sz="2650" spc="11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5" dirty="0">
                <a:solidFill>
                  <a:srgbClr val="15130F"/>
                </a:solidFill>
                <a:latin typeface="Arial"/>
                <a:cs typeface="Arial"/>
              </a:rPr>
              <a:t>pronouns</a:t>
            </a:r>
            <a:r>
              <a:rPr sz="2650" spc="5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removes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ambiguity</a:t>
            </a:r>
            <a:r>
              <a:rPr sz="2650" spc="2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for</a:t>
            </a:r>
            <a:r>
              <a:rPr sz="2650" spc="15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19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LLM.</a:t>
            </a:r>
            <a:r>
              <a:rPr sz="2650" spc="-10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5130F"/>
                </a:solidFill>
                <a:latin typeface="Arial"/>
                <a:cs typeface="Arial"/>
              </a:rPr>
              <a:t>It</a:t>
            </a:r>
            <a:r>
              <a:rPr sz="2650" spc="204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also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5130F"/>
                </a:solidFill>
                <a:latin typeface="Arial"/>
                <a:cs typeface="Arial"/>
              </a:rPr>
              <a:t>dramatically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improves</a:t>
            </a: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 readability</a:t>
            </a:r>
            <a:r>
              <a:rPr sz="2650" spc="21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for</a:t>
            </a:r>
            <a:r>
              <a:rPr sz="2650" spc="12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human</a:t>
            </a:r>
            <a:r>
              <a:rPr sz="2650" spc="-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users,</a:t>
            </a:r>
            <a:r>
              <a:rPr sz="2650" spc="-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15130F"/>
                </a:solidFill>
                <a:latin typeface="Arial"/>
                <a:cs typeface="Arial"/>
              </a:rPr>
              <a:t>especially </a:t>
            </a:r>
            <a:r>
              <a:rPr sz="2650" spc="125" dirty="0">
                <a:solidFill>
                  <a:srgbClr val="15130F"/>
                </a:solidFill>
                <a:latin typeface="Arial"/>
                <a:cs typeface="Arial"/>
              </a:rPr>
              <a:t>non-</a:t>
            </a:r>
            <a:r>
              <a:rPr sz="2650" spc="110" dirty="0">
                <a:solidFill>
                  <a:srgbClr val="15130F"/>
                </a:solidFill>
                <a:latin typeface="Arial"/>
                <a:cs typeface="Arial"/>
              </a:rPr>
              <a:t>native</a:t>
            </a:r>
            <a:r>
              <a:rPr sz="2650" spc="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15130F"/>
                </a:solidFill>
                <a:latin typeface="Arial"/>
                <a:cs typeface="Arial"/>
              </a:rPr>
              <a:t>speakers</a:t>
            </a:r>
            <a:r>
              <a:rPr sz="2650" spc="20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or</a:t>
            </a:r>
            <a:r>
              <a:rPr sz="2650" spc="7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15130F"/>
                </a:solidFill>
                <a:latin typeface="Arial"/>
                <a:cs typeface="Arial"/>
              </a:rPr>
              <a:t>anyone</a:t>
            </a:r>
            <a:r>
              <a:rPr sz="2650" spc="15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15130F"/>
                </a:solidFill>
                <a:latin typeface="Arial"/>
                <a:cs typeface="Arial"/>
              </a:rPr>
              <a:t>scanning</a:t>
            </a:r>
            <a:r>
              <a:rPr sz="2650" spc="8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3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text </a:t>
            </a:r>
            <a:r>
              <a:rPr sz="2650" spc="70" dirty="0">
                <a:solidFill>
                  <a:srgbClr val="15130F"/>
                </a:solidFill>
                <a:latin typeface="Arial"/>
                <a:cs typeface="Arial"/>
              </a:rPr>
              <a:t>quickly.</a:t>
            </a:r>
            <a:r>
              <a:rPr sz="2650" spc="-3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The</a:t>
            </a:r>
            <a:r>
              <a:rPr sz="2650" spc="-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machine</a:t>
            </a:r>
            <a:r>
              <a:rPr sz="2650" spc="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becomes</a:t>
            </a:r>
            <a:r>
              <a:rPr sz="2650" spc="6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30" dirty="0">
                <a:solidFill>
                  <a:srgbClr val="15130F"/>
                </a:solidFill>
                <a:latin typeface="Arial"/>
                <a:cs typeface="Arial"/>
              </a:rPr>
              <a:t>a</a:t>
            </a:r>
            <a:r>
              <a:rPr sz="2650" spc="-114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proxy</a:t>
            </a:r>
            <a:r>
              <a:rPr sz="2650" spc="13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for</a:t>
            </a:r>
            <a:r>
              <a:rPr sz="2650" spc="1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90" dirty="0">
                <a:solidFill>
                  <a:srgbClr val="15130F"/>
                </a:solidFill>
                <a:latin typeface="Arial"/>
                <a:cs typeface="Arial"/>
              </a:rPr>
              <a:t>your</a:t>
            </a:r>
            <a:r>
              <a:rPr sz="2650" spc="-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15130F"/>
                </a:solidFill>
                <a:latin typeface="Arial"/>
                <a:cs typeface="Arial"/>
              </a:rPr>
              <a:t>clearest,</a:t>
            </a:r>
            <a:r>
              <a:rPr sz="2650" spc="-95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40" dirty="0">
                <a:solidFill>
                  <a:srgbClr val="15130F"/>
                </a:solidFill>
                <a:latin typeface="Arial"/>
                <a:cs typeface="Arial"/>
              </a:rPr>
              <a:t>most</a:t>
            </a:r>
            <a:r>
              <a:rPr sz="2650" spc="2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5130F"/>
                </a:solidFill>
                <a:latin typeface="Arial"/>
                <a:cs typeface="Arial"/>
              </a:rPr>
              <a:t>focused</a:t>
            </a:r>
            <a:r>
              <a:rPr sz="2650" spc="110" dirty="0">
                <a:solidFill>
                  <a:srgbClr val="15130F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15130F"/>
                </a:solidFill>
                <a:latin typeface="Arial"/>
                <a:cs typeface="Arial"/>
              </a:rPr>
              <a:t>user.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6012" y="3089671"/>
            <a:ext cx="2649278" cy="26808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9307" y="3293930"/>
            <a:ext cx="2547383" cy="23234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68084" y="3166268"/>
            <a:ext cx="2420014" cy="222130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978920" y="4162026"/>
            <a:ext cx="0" cy="1404620"/>
          </a:xfrm>
          <a:custGeom>
            <a:avLst/>
            <a:gdLst/>
            <a:ahLst/>
            <a:cxnLst/>
            <a:rect l="l" t="t" r="r" b="b"/>
            <a:pathLst>
              <a:path h="1404620">
                <a:moveTo>
                  <a:pt x="0" y="140427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940709" y="4162026"/>
            <a:ext cx="2649855" cy="1404620"/>
            <a:chOff x="12940709" y="4162026"/>
            <a:chExt cx="2649855" cy="1404620"/>
          </a:xfrm>
        </p:grpSpPr>
        <p:sp>
          <p:nvSpPr>
            <p:cNvPr id="7" name="object 7"/>
            <p:cNvSpPr/>
            <p:nvPr/>
          </p:nvSpPr>
          <p:spPr>
            <a:xfrm>
              <a:off x="15551778" y="4162026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1404275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940709" y="5285447"/>
              <a:ext cx="2649855" cy="153670"/>
            </a:xfrm>
            <a:custGeom>
              <a:avLst/>
              <a:gdLst/>
              <a:ahLst/>
              <a:cxnLst/>
              <a:rect l="l" t="t" r="r" b="b"/>
              <a:pathLst>
                <a:path w="2649855" h="153670">
                  <a:moveTo>
                    <a:pt x="0" y="0"/>
                  </a:moveTo>
                  <a:lnTo>
                    <a:pt x="2649279" y="0"/>
                  </a:lnTo>
                  <a:lnTo>
                    <a:pt x="2649279" y="153193"/>
                  </a:lnTo>
                  <a:lnTo>
                    <a:pt x="0" y="153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47765" y="574807"/>
            <a:ext cx="10723245" cy="208597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5875" marR="5080" indent="-3810">
              <a:lnSpc>
                <a:spcPts val="7540"/>
              </a:lnSpc>
              <a:spcBef>
                <a:spcPts val="1305"/>
              </a:spcBef>
            </a:pPr>
            <a:r>
              <a:rPr sz="7200" spc="-70" dirty="0">
                <a:solidFill>
                  <a:srgbClr val="38383B"/>
                </a:solidFill>
              </a:rPr>
              <a:t>Three</a:t>
            </a:r>
            <a:r>
              <a:rPr sz="7200" spc="-380" dirty="0">
                <a:solidFill>
                  <a:srgbClr val="38383B"/>
                </a:solidFill>
              </a:rPr>
              <a:t> </a:t>
            </a:r>
            <a:r>
              <a:rPr sz="7200" spc="-25" dirty="0">
                <a:solidFill>
                  <a:srgbClr val="38383B"/>
                </a:solidFill>
              </a:rPr>
              <a:t>Strategic</a:t>
            </a:r>
            <a:r>
              <a:rPr sz="7200" spc="-355" dirty="0">
                <a:solidFill>
                  <a:srgbClr val="38383B"/>
                </a:solidFill>
              </a:rPr>
              <a:t> </a:t>
            </a:r>
            <a:r>
              <a:rPr sz="7200" spc="-90" dirty="0">
                <a:solidFill>
                  <a:srgbClr val="38383B"/>
                </a:solidFill>
              </a:rPr>
              <a:t>Imperatives </a:t>
            </a:r>
            <a:r>
              <a:rPr sz="7200" spc="-45" dirty="0">
                <a:solidFill>
                  <a:srgbClr val="38383B"/>
                </a:solidFill>
              </a:rPr>
              <a:t>for</a:t>
            </a:r>
            <a:r>
              <a:rPr sz="7200" spc="-585" dirty="0">
                <a:solidFill>
                  <a:srgbClr val="38383B"/>
                </a:solidFill>
              </a:rPr>
              <a:t> </a:t>
            </a:r>
            <a:r>
              <a:rPr sz="7200" spc="110" dirty="0">
                <a:solidFill>
                  <a:srgbClr val="38383B"/>
                </a:solidFill>
              </a:rPr>
              <a:t>an</a:t>
            </a:r>
            <a:r>
              <a:rPr sz="7200" spc="-665" dirty="0">
                <a:solidFill>
                  <a:srgbClr val="38383B"/>
                </a:solidFill>
              </a:rPr>
              <a:t> </a:t>
            </a:r>
            <a:r>
              <a:rPr sz="7200" spc="-160" dirty="0">
                <a:solidFill>
                  <a:srgbClr val="38383B"/>
                </a:solidFill>
              </a:rPr>
              <a:t>Al-</a:t>
            </a:r>
            <a:r>
              <a:rPr sz="7200" spc="-145" dirty="0">
                <a:solidFill>
                  <a:srgbClr val="38383B"/>
                </a:solidFill>
              </a:rPr>
              <a:t>Ready</a:t>
            </a:r>
            <a:r>
              <a:rPr sz="7200" spc="-275" dirty="0">
                <a:solidFill>
                  <a:srgbClr val="38383B"/>
                </a:solidFill>
              </a:rPr>
              <a:t> </a:t>
            </a:r>
            <a:r>
              <a:rPr sz="7200" spc="-40" dirty="0">
                <a:solidFill>
                  <a:srgbClr val="38383B"/>
                </a:solidFill>
              </a:rPr>
              <a:t>Future</a:t>
            </a:r>
            <a:endParaRPr sz="7200"/>
          </a:p>
        </p:txBody>
      </p:sp>
      <p:sp>
        <p:nvSpPr>
          <p:cNvPr id="10" name="object 10"/>
          <p:cNvSpPr txBox="1"/>
          <p:nvPr/>
        </p:nvSpPr>
        <p:spPr>
          <a:xfrm>
            <a:off x="952618" y="6006801"/>
            <a:ext cx="364553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b="1" spc="-185" dirty="0">
                <a:solidFill>
                  <a:srgbClr val="38383B"/>
                </a:solidFill>
                <a:latin typeface="Times New Roman"/>
                <a:cs typeface="Times New Roman"/>
              </a:rPr>
              <a:t>1.</a:t>
            </a:r>
            <a:r>
              <a:rPr sz="3350" b="1" spc="-320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80" dirty="0">
                <a:solidFill>
                  <a:srgbClr val="38383B"/>
                </a:solidFill>
                <a:latin typeface="Times New Roman"/>
                <a:cs typeface="Times New Roman"/>
              </a:rPr>
              <a:t>Start</a:t>
            </a:r>
            <a:r>
              <a:rPr sz="3350" b="1" spc="-240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10" dirty="0">
                <a:solidFill>
                  <a:srgbClr val="38383B"/>
                </a:solidFill>
                <a:latin typeface="Times New Roman"/>
                <a:cs typeface="Times New Roman"/>
              </a:rPr>
              <a:t>with</a:t>
            </a:r>
            <a:r>
              <a:rPr sz="3350" b="1" spc="-155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dirty="0">
                <a:solidFill>
                  <a:srgbClr val="38383B"/>
                </a:solidFill>
                <a:latin typeface="Times New Roman"/>
                <a:cs typeface="Times New Roman"/>
              </a:rPr>
              <a:t>the</a:t>
            </a:r>
            <a:r>
              <a:rPr sz="3350" b="1" spc="-145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275" dirty="0">
                <a:solidFill>
                  <a:srgbClr val="38383B"/>
                </a:solidFill>
                <a:latin typeface="Times New Roman"/>
                <a:cs typeface="Times New Roman"/>
              </a:rPr>
              <a:t>ROI.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006" y="7187670"/>
            <a:ext cx="4506595" cy="1687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0320" marR="62230" indent="-5080">
              <a:lnSpc>
                <a:spcPct val="103699"/>
              </a:lnSpc>
              <a:spcBef>
                <a:spcPts val="15"/>
              </a:spcBef>
            </a:pP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First,</a:t>
            </a:r>
            <a:r>
              <a:rPr sz="2100" spc="-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82823"/>
                </a:solidFill>
                <a:latin typeface="Arial"/>
                <a:cs typeface="Arial"/>
              </a:rPr>
              <a:t>define</a:t>
            </a:r>
            <a:r>
              <a:rPr sz="2100" spc="-4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21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82823"/>
                </a:solidFill>
                <a:latin typeface="Arial"/>
                <a:cs typeface="Arial"/>
              </a:rPr>
              <a:t>business</a:t>
            </a:r>
            <a:r>
              <a:rPr sz="2100" spc="-4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goal.</a:t>
            </a:r>
            <a:r>
              <a:rPr sz="2100" spc="-13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82823"/>
                </a:solidFill>
                <a:latin typeface="Arial"/>
                <a:cs typeface="Arial"/>
              </a:rPr>
              <a:t>Are</a:t>
            </a:r>
            <a:r>
              <a:rPr sz="2100" spc="-8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you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trying</a:t>
            </a:r>
            <a:r>
              <a:rPr sz="2100" spc="-14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65" dirty="0">
                <a:solidFill>
                  <a:srgbClr val="282823"/>
                </a:solidFill>
                <a:latin typeface="Arial"/>
                <a:cs typeface="Arial"/>
              </a:rPr>
              <a:t>to</a:t>
            </a:r>
            <a:r>
              <a:rPr sz="2100" spc="-254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reduce</a:t>
            </a:r>
            <a:r>
              <a:rPr sz="2100" spc="-7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support</a:t>
            </a:r>
            <a:r>
              <a:rPr sz="2100" spc="-1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75" dirty="0">
                <a:solidFill>
                  <a:srgbClr val="282823"/>
                </a:solidFill>
                <a:latin typeface="Arial"/>
                <a:cs typeface="Arial"/>
              </a:rPr>
              <a:t>calls?</a:t>
            </a:r>
            <a:r>
              <a:rPr sz="2100" spc="-13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Enable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self-</a:t>
            </a:r>
            <a:r>
              <a:rPr sz="2100" spc="-45" dirty="0">
                <a:solidFill>
                  <a:srgbClr val="282823"/>
                </a:solidFill>
                <a:latin typeface="Arial"/>
                <a:cs typeface="Arial"/>
              </a:rPr>
              <a:t>service?</a:t>
            </a:r>
            <a:r>
              <a:rPr sz="2100" spc="1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80" dirty="0">
                <a:solidFill>
                  <a:srgbClr val="282823"/>
                </a:solidFill>
                <a:latin typeface="Arial"/>
                <a:cs typeface="Arial"/>
              </a:rPr>
              <a:t>Guarantee</a:t>
            </a:r>
            <a:r>
              <a:rPr sz="2100" spc="-204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20" dirty="0">
                <a:solidFill>
                  <a:srgbClr val="282823"/>
                </a:solidFill>
                <a:latin typeface="Arial"/>
                <a:cs typeface="Arial"/>
              </a:rPr>
              <a:t>100%</a:t>
            </a:r>
            <a:r>
              <a:rPr sz="2100" spc="-15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accurate</a:t>
            </a:r>
            <a:endParaRPr sz="2100">
              <a:latin typeface="Arial"/>
              <a:cs typeface="Arial"/>
            </a:endParaRPr>
          </a:p>
          <a:p>
            <a:pPr marL="12700" marR="5080" indent="15875">
              <a:lnSpc>
                <a:spcPct val="103699"/>
              </a:lnSpc>
              <a:spcBef>
                <a:spcPts val="100"/>
              </a:spcBef>
            </a:pPr>
            <a:r>
              <a:rPr sz="2100" spc="-25" dirty="0">
                <a:solidFill>
                  <a:srgbClr val="38383B"/>
                </a:solidFill>
                <a:latin typeface="Arial"/>
                <a:cs typeface="Arial"/>
              </a:rPr>
              <a:t>delivery</a:t>
            </a:r>
            <a:r>
              <a:rPr sz="2100" spc="-35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38383B"/>
                </a:solidFill>
                <a:latin typeface="Arial"/>
                <a:cs typeface="Arial"/>
              </a:rPr>
              <a:t>for</a:t>
            </a:r>
            <a:r>
              <a:rPr sz="2100" spc="-20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compliance?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21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'what'</a:t>
            </a:r>
            <a:r>
              <a:rPr sz="2100" spc="-14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and </a:t>
            </a:r>
            <a:r>
              <a:rPr sz="2100" dirty="0">
                <a:solidFill>
                  <a:srgbClr val="38383B"/>
                </a:solidFill>
                <a:latin typeface="Arial"/>
                <a:cs typeface="Arial"/>
              </a:rPr>
              <a:t>'why'</a:t>
            </a:r>
            <a:r>
              <a:rPr sz="2100" spc="-114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82823"/>
                </a:solidFill>
                <a:latin typeface="Arial"/>
                <a:cs typeface="Arial"/>
              </a:rPr>
              <a:t>must</a:t>
            </a:r>
            <a:r>
              <a:rPr sz="2100" spc="-6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come</a:t>
            </a:r>
            <a:r>
              <a:rPr sz="2100" spc="-7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before</a:t>
            </a:r>
            <a:r>
              <a:rPr sz="2100" spc="-7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38383B"/>
                </a:solidFill>
                <a:latin typeface="Arial"/>
                <a:cs typeface="Arial"/>
              </a:rPr>
              <a:t>the</a:t>
            </a:r>
            <a:r>
              <a:rPr sz="2100" spc="-20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'how.'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2887" y="6006801"/>
            <a:ext cx="3427729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b="1" dirty="0">
                <a:solidFill>
                  <a:srgbClr val="38383B"/>
                </a:solidFill>
                <a:latin typeface="Times New Roman"/>
                <a:cs typeface="Times New Roman"/>
              </a:rPr>
              <a:t>2.</a:t>
            </a:r>
            <a:r>
              <a:rPr sz="3350" b="1" spc="-350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240" dirty="0">
                <a:solidFill>
                  <a:srgbClr val="38383B"/>
                </a:solidFill>
                <a:latin typeface="Times New Roman"/>
                <a:cs typeface="Times New Roman"/>
              </a:rPr>
              <a:t>Work</a:t>
            </a:r>
            <a:r>
              <a:rPr sz="3350" b="1" spc="-65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130" dirty="0">
                <a:solidFill>
                  <a:srgbClr val="38383B"/>
                </a:solidFill>
                <a:latin typeface="Times New Roman"/>
                <a:cs typeface="Times New Roman"/>
              </a:rPr>
              <a:t>Backwards.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0289" y="7187670"/>
            <a:ext cx="4633595" cy="1687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510" marR="5080" indent="-4445">
              <a:lnSpc>
                <a:spcPct val="103699"/>
              </a:lnSpc>
              <a:spcBef>
                <a:spcPts val="15"/>
              </a:spcBef>
            </a:pPr>
            <a:r>
              <a:rPr sz="2100" spc="-70" dirty="0">
                <a:solidFill>
                  <a:srgbClr val="282823"/>
                </a:solidFill>
                <a:latin typeface="Arial"/>
                <a:cs typeface="Arial"/>
              </a:rPr>
              <a:t>Once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you</a:t>
            </a:r>
            <a:r>
              <a:rPr sz="2100" spc="-19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know</a:t>
            </a:r>
            <a:r>
              <a:rPr sz="2100" spc="-1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18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82823"/>
                </a:solidFill>
                <a:latin typeface="Arial"/>
                <a:cs typeface="Arial"/>
              </a:rPr>
              <a:t>goal,</a:t>
            </a:r>
            <a:r>
              <a:rPr sz="2100" spc="-19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map</a:t>
            </a:r>
            <a:r>
              <a:rPr sz="2100" spc="-8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254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path</a:t>
            </a:r>
            <a:r>
              <a:rPr sz="2100" spc="5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65" dirty="0">
                <a:solidFill>
                  <a:srgbClr val="38383B"/>
                </a:solidFill>
                <a:latin typeface="Arial"/>
                <a:cs typeface="Arial"/>
              </a:rPr>
              <a:t>to</a:t>
            </a:r>
            <a:r>
              <a:rPr sz="2100" spc="-20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get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82823"/>
                </a:solidFill>
                <a:latin typeface="Arial"/>
                <a:cs typeface="Arial"/>
              </a:rPr>
              <a:t>there.</a:t>
            </a:r>
            <a:r>
              <a:rPr sz="2100" spc="-9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38383B"/>
                </a:solidFill>
                <a:latin typeface="Arial"/>
                <a:cs typeface="Arial"/>
              </a:rPr>
              <a:t>The</a:t>
            </a:r>
            <a:r>
              <a:rPr sz="2100" spc="-17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45" dirty="0">
                <a:solidFill>
                  <a:srgbClr val="282823"/>
                </a:solidFill>
                <a:latin typeface="Arial"/>
                <a:cs typeface="Arial"/>
              </a:rPr>
              <a:t>desired</a:t>
            </a:r>
            <a:r>
              <a:rPr sz="2100" spc="-9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end-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state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dictates</a:t>
            </a:r>
            <a:r>
              <a:rPr sz="2100" spc="-7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282823"/>
                </a:solidFill>
                <a:latin typeface="Arial"/>
                <a:cs typeface="Arial"/>
              </a:rPr>
              <a:t>your</a:t>
            </a:r>
            <a:r>
              <a:rPr sz="2100" spc="-8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content</a:t>
            </a:r>
            <a:r>
              <a:rPr sz="2100" spc="-5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82823"/>
                </a:solidFill>
                <a:latin typeface="Arial"/>
                <a:cs typeface="Arial"/>
              </a:rPr>
              <a:t>strategy,</a:t>
            </a:r>
            <a:r>
              <a:rPr sz="2100" spc="-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45" dirty="0">
                <a:solidFill>
                  <a:srgbClr val="282823"/>
                </a:solidFill>
                <a:latin typeface="Arial"/>
                <a:cs typeface="Arial"/>
              </a:rPr>
              <a:t>your</a:t>
            </a:r>
            <a:r>
              <a:rPr sz="2100" spc="-14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day-</a:t>
            </a:r>
            <a:endParaRPr sz="2100">
              <a:latin typeface="Arial"/>
              <a:cs typeface="Arial"/>
            </a:endParaRPr>
          </a:p>
          <a:p>
            <a:pPr marL="15875" marR="344170" indent="5080">
              <a:lnSpc>
                <a:spcPct val="103699"/>
              </a:lnSpc>
              <a:spcBef>
                <a:spcPts val="100"/>
              </a:spcBef>
            </a:pPr>
            <a:r>
              <a:rPr sz="2100" dirty="0">
                <a:solidFill>
                  <a:srgbClr val="38383B"/>
                </a:solidFill>
                <a:latin typeface="Arial"/>
                <a:cs typeface="Arial"/>
              </a:rPr>
              <a:t>to-day</a:t>
            </a:r>
            <a:r>
              <a:rPr sz="2100" spc="-15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practices,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your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team</a:t>
            </a:r>
            <a:r>
              <a:rPr sz="2100" spc="-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structure, </a:t>
            </a:r>
            <a:r>
              <a:rPr sz="2100" spc="-15" dirty="0">
                <a:solidFill>
                  <a:srgbClr val="282823"/>
                </a:solidFill>
                <a:latin typeface="Arial"/>
                <a:cs typeface="Arial"/>
              </a:rPr>
              <a:t>and</a:t>
            </a:r>
            <a:r>
              <a:rPr sz="2100" spc="-19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14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tools</a:t>
            </a:r>
            <a:r>
              <a:rPr sz="2100" spc="-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you</a:t>
            </a:r>
            <a:r>
              <a:rPr sz="2100" spc="-19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282823"/>
                </a:solidFill>
                <a:latin typeface="Arial"/>
                <a:cs typeface="Arial"/>
              </a:rPr>
              <a:t>need</a:t>
            </a:r>
            <a:r>
              <a:rPr sz="2100" spc="-14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65" dirty="0">
                <a:solidFill>
                  <a:srgbClr val="282823"/>
                </a:solidFill>
                <a:latin typeface="Arial"/>
                <a:cs typeface="Arial"/>
              </a:rPr>
              <a:t>to</a:t>
            </a:r>
            <a:r>
              <a:rPr sz="2100" spc="-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38383B"/>
                </a:solidFill>
                <a:latin typeface="Arial"/>
                <a:cs typeface="Arial"/>
              </a:rPr>
              <a:t>acquire.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78650" y="6006801"/>
            <a:ext cx="4431030" cy="286893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3495" marR="5080" indent="-11430">
              <a:lnSpc>
                <a:spcPts val="3520"/>
              </a:lnSpc>
              <a:spcBef>
                <a:spcPts val="650"/>
              </a:spcBef>
            </a:pPr>
            <a:r>
              <a:rPr sz="3350" b="1" dirty="0">
                <a:solidFill>
                  <a:srgbClr val="38383B"/>
                </a:solidFill>
                <a:latin typeface="Times New Roman"/>
                <a:cs typeface="Times New Roman"/>
              </a:rPr>
              <a:t>3.</a:t>
            </a:r>
            <a:r>
              <a:rPr sz="3350" b="1" spc="-355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65" dirty="0">
                <a:solidFill>
                  <a:srgbClr val="38383B"/>
                </a:solidFill>
                <a:latin typeface="Times New Roman"/>
                <a:cs typeface="Times New Roman"/>
              </a:rPr>
              <a:t>Commit</a:t>
            </a:r>
            <a:r>
              <a:rPr sz="3350" b="1" spc="-200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125" dirty="0">
                <a:solidFill>
                  <a:srgbClr val="38383B"/>
                </a:solidFill>
                <a:latin typeface="Times New Roman"/>
                <a:cs typeface="Times New Roman"/>
              </a:rPr>
              <a:t>to</a:t>
            </a:r>
            <a:r>
              <a:rPr sz="3350" b="1" spc="-330" dirty="0">
                <a:solidFill>
                  <a:srgbClr val="38383B"/>
                </a:solidFill>
                <a:latin typeface="Times New Roman"/>
                <a:cs typeface="Times New Roman"/>
              </a:rPr>
              <a:t> </a:t>
            </a:r>
            <a:r>
              <a:rPr sz="3350" b="1" spc="-50" dirty="0">
                <a:solidFill>
                  <a:srgbClr val="38383B"/>
                </a:solidFill>
                <a:latin typeface="Times New Roman"/>
                <a:cs typeface="Times New Roman"/>
              </a:rPr>
              <a:t>Continuous </a:t>
            </a:r>
            <a:r>
              <a:rPr sz="3350" b="1" spc="-10" dirty="0">
                <a:solidFill>
                  <a:srgbClr val="38383B"/>
                </a:solidFill>
                <a:latin typeface="Times New Roman"/>
                <a:cs typeface="Times New Roman"/>
              </a:rPr>
              <a:t>Learning.</a:t>
            </a:r>
            <a:endParaRPr sz="3350">
              <a:latin typeface="Times New Roman"/>
              <a:cs typeface="Times New Roman"/>
            </a:endParaRPr>
          </a:p>
          <a:p>
            <a:pPr marL="14604" marR="86995" indent="11430">
              <a:lnSpc>
                <a:spcPct val="104700"/>
              </a:lnSpc>
              <a:spcBef>
                <a:spcPts val="1600"/>
              </a:spcBef>
            </a:pPr>
            <a:r>
              <a:rPr sz="2100" spc="-55" dirty="0">
                <a:solidFill>
                  <a:srgbClr val="131311"/>
                </a:solidFill>
                <a:latin typeface="Arial"/>
                <a:cs typeface="Arial"/>
              </a:rPr>
              <a:t>T</a:t>
            </a:r>
            <a:r>
              <a:rPr sz="2100" spc="-55" dirty="0">
                <a:solidFill>
                  <a:srgbClr val="38383B"/>
                </a:solidFill>
                <a:latin typeface="Arial"/>
                <a:cs typeface="Arial"/>
              </a:rPr>
              <a:t>his</a:t>
            </a:r>
            <a:r>
              <a:rPr sz="2100" spc="-85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field</a:t>
            </a:r>
            <a:r>
              <a:rPr sz="2100" spc="-15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is</a:t>
            </a:r>
            <a:r>
              <a:rPr sz="2100" spc="-19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evolving</a:t>
            </a:r>
            <a:r>
              <a:rPr sz="2100" spc="-9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82823"/>
                </a:solidFill>
                <a:latin typeface="Arial"/>
                <a:cs typeface="Arial"/>
              </a:rPr>
              <a:t>monthly.</a:t>
            </a:r>
            <a:r>
              <a:rPr sz="2100" spc="-8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Stay </a:t>
            </a:r>
            <a:r>
              <a:rPr sz="2100" spc="-45" dirty="0">
                <a:solidFill>
                  <a:srgbClr val="38383B"/>
                </a:solidFill>
                <a:latin typeface="Arial"/>
                <a:cs typeface="Arial"/>
              </a:rPr>
              <a:t>informed.</a:t>
            </a:r>
            <a:r>
              <a:rPr sz="2100" spc="-11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Follow</a:t>
            </a:r>
            <a:r>
              <a:rPr sz="2100" spc="-4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the</a:t>
            </a:r>
            <a:r>
              <a:rPr sz="2100" spc="-16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practitioners</a:t>
            </a:r>
            <a:r>
              <a:rPr sz="2100" spc="3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who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are</a:t>
            </a:r>
            <a:r>
              <a:rPr sz="2100" spc="-2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45" dirty="0">
                <a:solidFill>
                  <a:srgbClr val="282823"/>
                </a:solidFill>
                <a:latin typeface="Arial"/>
                <a:cs typeface="Arial"/>
              </a:rPr>
              <a:t>experimenting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82823"/>
                </a:solidFill>
                <a:latin typeface="Arial"/>
                <a:cs typeface="Arial"/>
              </a:rPr>
              <a:t>and</a:t>
            </a:r>
            <a:r>
              <a:rPr sz="2100" spc="-13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82823"/>
                </a:solidFill>
                <a:latin typeface="Arial"/>
                <a:cs typeface="Arial"/>
              </a:rPr>
              <a:t>sharing</a:t>
            </a:r>
            <a:r>
              <a:rPr sz="2100" spc="-9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their </a:t>
            </a:r>
            <a:r>
              <a:rPr sz="2100" spc="-25" dirty="0">
                <a:solidFill>
                  <a:srgbClr val="282823"/>
                </a:solidFill>
                <a:latin typeface="Arial"/>
                <a:cs typeface="Arial"/>
              </a:rPr>
              <a:t>findings.</a:t>
            </a:r>
            <a:r>
              <a:rPr sz="2100" spc="-8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20" dirty="0">
                <a:solidFill>
                  <a:srgbClr val="282823"/>
                </a:solidFill>
                <a:latin typeface="Arial"/>
                <a:cs typeface="Arial"/>
              </a:rPr>
              <a:t>Your</a:t>
            </a:r>
            <a:r>
              <a:rPr sz="2100" spc="-10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282823"/>
                </a:solidFill>
                <a:latin typeface="Arial"/>
                <a:cs typeface="Arial"/>
              </a:rPr>
              <a:t>expertise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82823"/>
                </a:solidFill>
                <a:latin typeface="Arial"/>
                <a:cs typeface="Arial"/>
              </a:rPr>
              <a:t>is</a:t>
            </a:r>
            <a:r>
              <a:rPr sz="2100" spc="-15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82823"/>
                </a:solidFill>
                <a:latin typeface="Arial"/>
                <a:cs typeface="Arial"/>
              </a:rPr>
              <a:t>your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82823"/>
                </a:solidFill>
                <a:latin typeface="Arial"/>
                <a:cs typeface="Arial"/>
              </a:rPr>
              <a:t>most </a:t>
            </a:r>
            <a:r>
              <a:rPr sz="2100" spc="-65" dirty="0">
                <a:solidFill>
                  <a:srgbClr val="282823"/>
                </a:solidFill>
                <a:latin typeface="Arial"/>
                <a:cs typeface="Arial"/>
              </a:rPr>
              <a:t>valuable</a:t>
            </a:r>
            <a:r>
              <a:rPr sz="2100" spc="-70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82823"/>
                </a:solidFill>
                <a:latin typeface="Arial"/>
                <a:cs typeface="Arial"/>
              </a:rPr>
              <a:t>asset.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46602" y="9396214"/>
            <a:ext cx="12604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solidFill>
                  <a:srgbClr val="38383B"/>
                </a:solidFill>
                <a:latin typeface="Arial"/>
                <a:cs typeface="Arial"/>
              </a:rPr>
              <a:t>Isl\</a:t>
            </a:r>
            <a:r>
              <a:rPr sz="1400" spc="-20" dirty="0">
                <a:solidFill>
                  <a:srgbClr val="38383B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28282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1765</Words>
  <Application>Microsoft Office PowerPoint</Application>
  <PresentationFormat>Custom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Times New Roman</vt:lpstr>
      <vt:lpstr>Office Theme</vt:lpstr>
      <vt:lpstr>The New Mandate for Content Designing Information Ecosystems for the Age of Al</vt:lpstr>
      <vt:lpstr>We have a new primary audience.</vt:lpstr>
      <vt:lpstr>The AI Spotligh  : Wh Our Old Problems Are ow Critical Failures</vt:lpstr>
      <vt:lpstr>The Context Trap: When 'Right' is Wrong</vt:lpstr>
      <vt:lpstr>The Dirty Little Secret: The Compounding Cost of Maintenance</vt:lpstr>
      <vt:lpstr>The New Standard for Success: The Right Answer, First Time</vt:lpstr>
      <vt:lpstr>The Blueprint: The Kinetic Information Ecosystem To meet the demands of Al, we can't just fix individual problems. We need a new model for our content. This model treats information not as static documentation, but as a dynamic asset, ready to be activated by an external stimulus-like an Al query. We call this "Kinetic Information."</vt:lpstr>
      <vt:lpstr>The Three Pillars of a Kinetic Ecosystem</vt:lpstr>
      <vt:lpstr>Structure isn't a suggestion. It's a mathematical advantage.</vt:lpstr>
      <vt:lpstr>PowerPoint Presentation</vt:lpstr>
      <vt:lpstr>Your Role is Evolving: From Writer to Curator</vt:lpstr>
      <vt:lpstr>The Path Forward, No Matter Your Starting Point</vt:lpstr>
      <vt:lpstr>Clarity for the Machine is Clarity for the Human</vt:lpstr>
      <vt:lpstr>Three Strategic Imperatives for an Al-Ready 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Podcast Summary: Preparing Information Architecture for AI‑Delivered Content</dc:title>
  <dc:subject>technical writing, information architecture, artificial intelligence</dc:subject>
  <dc:creator>Mugdha Vairagade www.vmugdha.in</dc:creator>
  <cp:keywords>technical, writing, information, architecture, artificial, intelligence, ai, AI, content, delivery</cp:keywords>
  <cp:lastModifiedBy>Mugdha Vairagade</cp:lastModifiedBy>
  <cp:revision>1</cp:revision>
  <dcterms:created xsi:type="dcterms:W3CDTF">2026-01-16T12:06:25Z</dcterms:created>
  <dcterms:modified xsi:type="dcterms:W3CDTF">2026-01-16T12:27:17Z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2025-12-26T00:00:00Z</vt:filetime>
  </property>
  <property fmtid="{D5CDD505-2E9C-101B-9397-08002B2CF9AE}" pid="3" name="LastSaved">
    <vt:filetime>2026-01-16T00:00:00Z</vt:filetime>
  </property>
</Properties>
</file>