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068" y="2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2323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111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3131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2323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1111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3131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2323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3131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2323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3131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2348" y="791764"/>
            <a:ext cx="2216223" cy="293621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27214" y="587507"/>
            <a:ext cx="2165276" cy="324260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750263" y="587507"/>
            <a:ext cx="0" cy="3242945"/>
          </a:xfrm>
          <a:custGeom>
            <a:avLst/>
            <a:gdLst/>
            <a:ahLst/>
            <a:cxnLst/>
            <a:rect l="l" t="t" r="r" b="b"/>
            <a:pathLst>
              <a:path h="3242945">
                <a:moveTo>
                  <a:pt x="0" y="324260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13131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8985" y="345017"/>
            <a:ext cx="12829540" cy="1340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2323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3458" y="2196108"/>
            <a:ext cx="7769225" cy="287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11110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40848" y="9418922"/>
            <a:ext cx="1266825" cy="21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13131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Relationship Id="rId9" Type="http://schemas.openxmlformats.org/officeDocument/2006/relationships/image" Target="../media/image34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36.jpg"/><Relationship Id="rId7" Type="http://schemas.openxmlformats.org/officeDocument/2006/relationships/image" Target="../media/image40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38.png"/><Relationship Id="rId10" Type="http://schemas.openxmlformats.org/officeDocument/2006/relationships/image" Target="../media/image43.jpg"/><Relationship Id="rId4" Type="http://schemas.openxmlformats.org/officeDocument/2006/relationships/image" Target="../media/image37.jpg"/><Relationship Id="rId9" Type="http://schemas.openxmlformats.org/officeDocument/2006/relationships/image" Target="../media/image4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8557" y="2885413"/>
            <a:ext cx="2267170" cy="4340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8119" y="7787613"/>
            <a:ext cx="229264" cy="8936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9929" y="8157831"/>
            <a:ext cx="509476" cy="2936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4244" y="8681243"/>
            <a:ext cx="866110" cy="2553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9323" y="2374767"/>
            <a:ext cx="6368459" cy="62809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74753" y="8732308"/>
            <a:ext cx="866110" cy="2042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69746" y="8859970"/>
            <a:ext cx="1222744" cy="153193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712963" y="7353562"/>
            <a:ext cx="0" cy="1174750"/>
          </a:xfrm>
          <a:custGeom>
            <a:avLst/>
            <a:gdLst/>
            <a:ahLst/>
            <a:cxnLst/>
            <a:rect l="l" t="t" r="r" b="b"/>
            <a:pathLst>
              <a:path h="1174750">
                <a:moveTo>
                  <a:pt x="0" y="117448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4123" y="7583352"/>
            <a:ext cx="0" cy="638810"/>
          </a:xfrm>
          <a:custGeom>
            <a:avLst/>
            <a:gdLst/>
            <a:ahLst/>
            <a:cxnLst/>
            <a:rect l="l" t="t" r="r" b="b"/>
            <a:pathLst>
              <a:path h="638809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62773" y="7506756"/>
            <a:ext cx="0" cy="638810"/>
          </a:xfrm>
          <a:custGeom>
            <a:avLst/>
            <a:gdLst/>
            <a:ahLst/>
            <a:cxnLst/>
            <a:rect l="l" t="t" r="r" b="b"/>
            <a:pathLst>
              <a:path h="638809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138891" y="5183318"/>
            <a:ext cx="0" cy="766445"/>
          </a:xfrm>
          <a:custGeom>
            <a:avLst/>
            <a:gdLst/>
            <a:ahLst/>
            <a:cxnLst/>
            <a:rect l="l" t="t" r="r" b="b"/>
            <a:pathLst>
              <a:path h="766445">
                <a:moveTo>
                  <a:pt x="0" y="76596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151628" y="3396058"/>
            <a:ext cx="0" cy="638810"/>
          </a:xfrm>
          <a:custGeom>
            <a:avLst/>
            <a:gdLst/>
            <a:ahLst/>
            <a:cxnLst/>
            <a:rect l="l" t="t" r="r" b="b"/>
            <a:pathLst>
              <a:path h="638810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04471" y="5208850"/>
            <a:ext cx="0" cy="741045"/>
          </a:xfrm>
          <a:custGeom>
            <a:avLst/>
            <a:gdLst/>
            <a:ahLst/>
            <a:cxnLst/>
            <a:rect l="l" t="t" r="r" b="b"/>
            <a:pathLst>
              <a:path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29945" y="3523719"/>
            <a:ext cx="0" cy="511175"/>
          </a:xfrm>
          <a:custGeom>
            <a:avLst/>
            <a:gdLst/>
            <a:ahLst/>
            <a:cxnLst/>
            <a:rect l="l" t="t" r="r" b="b"/>
            <a:pathLst>
              <a:path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883849" y="8093998"/>
            <a:ext cx="0" cy="587375"/>
          </a:xfrm>
          <a:custGeom>
            <a:avLst/>
            <a:gdLst/>
            <a:ahLst/>
            <a:cxnLst/>
            <a:rect l="l" t="t" r="r" b="b"/>
            <a:pathLst>
              <a:path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126154" y="3421590"/>
            <a:ext cx="2471420" cy="0"/>
          </a:xfrm>
          <a:custGeom>
            <a:avLst/>
            <a:gdLst/>
            <a:ahLst/>
            <a:cxnLst/>
            <a:rect l="l" t="t" r="r" b="b"/>
            <a:pathLst>
              <a:path w="2471420">
                <a:moveTo>
                  <a:pt x="0" y="0"/>
                </a:moveTo>
                <a:lnTo>
                  <a:pt x="247096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329945" y="3536486"/>
            <a:ext cx="2267585" cy="0"/>
          </a:xfrm>
          <a:custGeom>
            <a:avLst/>
            <a:gdLst/>
            <a:ahLst/>
            <a:cxnLst/>
            <a:rect l="l" t="t" r="r" b="b"/>
            <a:pathLst>
              <a:path w="2267584">
                <a:moveTo>
                  <a:pt x="0" y="0"/>
                </a:moveTo>
                <a:lnTo>
                  <a:pt x="2267171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017738" y="4353519"/>
            <a:ext cx="1579880" cy="179070"/>
          </a:xfrm>
          <a:custGeom>
            <a:avLst/>
            <a:gdLst/>
            <a:ahLst/>
            <a:cxnLst/>
            <a:rect l="l" t="t" r="r" b="b"/>
            <a:pathLst>
              <a:path w="1579879" h="179070">
                <a:moveTo>
                  <a:pt x="0" y="0"/>
                </a:moveTo>
                <a:lnTo>
                  <a:pt x="1579378" y="0"/>
                </a:lnTo>
                <a:lnTo>
                  <a:pt x="1579378" y="178726"/>
                </a:lnTo>
                <a:lnTo>
                  <a:pt x="0" y="1787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017738" y="5349278"/>
            <a:ext cx="1579880" cy="255904"/>
          </a:xfrm>
          <a:custGeom>
            <a:avLst/>
            <a:gdLst/>
            <a:ahLst/>
            <a:cxnLst/>
            <a:rect l="l" t="t" r="r" b="b"/>
            <a:pathLst>
              <a:path w="1579879" h="255904">
                <a:moveTo>
                  <a:pt x="0" y="0"/>
                </a:moveTo>
                <a:lnTo>
                  <a:pt x="1579378" y="0"/>
                </a:lnTo>
                <a:lnTo>
                  <a:pt x="1579378" y="255322"/>
                </a:lnTo>
                <a:lnTo>
                  <a:pt x="0" y="2553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64442" y="7685482"/>
            <a:ext cx="2190750" cy="0"/>
          </a:xfrm>
          <a:custGeom>
            <a:avLst/>
            <a:gdLst/>
            <a:ahLst/>
            <a:cxnLst/>
            <a:rect l="l" t="t" r="r" b="b"/>
            <a:pathLst>
              <a:path w="2190750">
                <a:moveTo>
                  <a:pt x="0" y="0"/>
                </a:moveTo>
                <a:lnTo>
                  <a:pt x="2190750" y="0"/>
                </a:lnTo>
              </a:path>
            </a:pathLst>
          </a:custGeom>
          <a:ln w="893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25320" y="8119530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4">
                <a:moveTo>
                  <a:pt x="0" y="0"/>
                </a:moveTo>
                <a:lnTo>
                  <a:pt x="50947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31386" y="8630176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126154" y="8642942"/>
            <a:ext cx="3566795" cy="0"/>
          </a:xfrm>
          <a:custGeom>
            <a:avLst/>
            <a:gdLst/>
            <a:ahLst/>
            <a:cxnLst/>
            <a:rect l="l" t="t" r="r" b="b"/>
            <a:pathLst>
              <a:path w="3566795">
                <a:moveTo>
                  <a:pt x="0" y="0"/>
                </a:moveTo>
                <a:lnTo>
                  <a:pt x="356633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990332" y="874811"/>
            <a:ext cx="10853420" cy="1953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marR="5080" indent="-5080">
              <a:lnSpc>
                <a:spcPts val="7640"/>
              </a:lnSpc>
              <a:spcBef>
                <a:spcPts val="95"/>
              </a:spcBef>
            </a:pPr>
            <a:r>
              <a:rPr sz="6250" spc="130" dirty="0">
                <a:solidFill>
                  <a:srgbClr val="242421"/>
                </a:solidFill>
              </a:rPr>
              <a:t>If</a:t>
            </a:r>
            <a:r>
              <a:rPr sz="6250" spc="-95" dirty="0">
                <a:solidFill>
                  <a:srgbClr val="242421"/>
                </a:solidFill>
              </a:rPr>
              <a:t> </a:t>
            </a:r>
            <a:r>
              <a:rPr sz="6250" dirty="0">
                <a:solidFill>
                  <a:srgbClr val="242421"/>
                </a:solidFill>
              </a:rPr>
              <a:t>your</a:t>
            </a:r>
            <a:r>
              <a:rPr sz="6250" spc="-100" dirty="0">
                <a:solidFill>
                  <a:srgbClr val="242421"/>
                </a:solidFill>
              </a:rPr>
              <a:t> </a:t>
            </a:r>
            <a:r>
              <a:rPr sz="6250" spc="185" dirty="0">
                <a:solidFill>
                  <a:srgbClr val="242421"/>
                </a:solidFill>
              </a:rPr>
              <a:t>content</a:t>
            </a:r>
            <a:r>
              <a:rPr sz="6250" spc="-110" dirty="0">
                <a:solidFill>
                  <a:srgbClr val="242421"/>
                </a:solidFill>
              </a:rPr>
              <a:t> </a:t>
            </a:r>
            <a:r>
              <a:rPr sz="6250" spc="120" dirty="0">
                <a:solidFill>
                  <a:srgbClr val="242421"/>
                </a:solidFill>
              </a:rPr>
              <a:t>isn't</a:t>
            </a:r>
            <a:r>
              <a:rPr sz="6250" spc="-295" dirty="0">
                <a:solidFill>
                  <a:srgbClr val="242421"/>
                </a:solidFill>
              </a:rPr>
              <a:t> </a:t>
            </a:r>
            <a:r>
              <a:rPr sz="6250" spc="100" dirty="0">
                <a:solidFill>
                  <a:srgbClr val="242421"/>
                </a:solidFill>
              </a:rPr>
              <a:t>built</a:t>
            </a:r>
            <a:r>
              <a:rPr sz="6250" spc="-185" dirty="0">
                <a:solidFill>
                  <a:srgbClr val="242421"/>
                </a:solidFill>
              </a:rPr>
              <a:t> </a:t>
            </a:r>
            <a:r>
              <a:rPr sz="6250" spc="80" dirty="0">
                <a:solidFill>
                  <a:srgbClr val="242421"/>
                </a:solidFill>
              </a:rPr>
              <a:t>for </a:t>
            </a:r>
            <a:r>
              <a:rPr sz="6250" spc="160" dirty="0">
                <a:solidFill>
                  <a:srgbClr val="242421"/>
                </a:solidFill>
              </a:rPr>
              <a:t>machines,</a:t>
            </a:r>
            <a:r>
              <a:rPr sz="6250" spc="-140" dirty="0">
                <a:solidFill>
                  <a:srgbClr val="242421"/>
                </a:solidFill>
              </a:rPr>
              <a:t> </a:t>
            </a:r>
            <a:r>
              <a:rPr sz="6250" spc="125" dirty="0">
                <a:solidFill>
                  <a:srgbClr val="242421"/>
                </a:solidFill>
              </a:rPr>
              <a:t>it's</a:t>
            </a:r>
            <a:r>
              <a:rPr sz="6250" spc="-595" dirty="0">
                <a:solidFill>
                  <a:srgbClr val="242421"/>
                </a:solidFill>
              </a:rPr>
              <a:t> </a:t>
            </a:r>
            <a:r>
              <a:rPr sz="6250" spc="125" dirty="0">
                <a:solidFill>
                  <a:srgbClr val="242421"/>
                </a:solidFill>
              </a:rPr>
              <a:t>built</a:t>
            </a:r>
            <a:r>
              <a:rPr sz="6250" spc="-355" dirty="0">
                <a:solidFill>
                  <a:srgbClr val="242421"/>
                </a:solidFill>
              </a:rPr>
              <a:t> </a:t>
            </a:r>
            <a:r>
              <a:rPr sz="6250" spc="140" dirty="0">
                <a:solidFill>
                  <a:srgbClr val="242421"/>
                </a:solidFill>
              </a:rPr>
              <a:t>to</a:t>
            </a:r>
            <a:r>
              <a:rPr sz="6250" spc="-95" dirty="0">
                <a:solidFill>
                  <a:srgbClr val="242421"/>
                </a:solidFill>
              </a:rPr>
              <a:t> </a:t>
            </a:r>
            <a:r>
              <a:rPr sz="6250" spc="65" dirty="0">
                <a:solidFill>
                  <a:srgbClr val="242421"/>
                </a:solidFill>
              </a:rPr>
              <a:t>fail.</a:t>
            </a:r>
            <a:endParaRPr sz="6250"/>
          </a:p>
        </p:txBody>
      </p:sp>
      <p:sp>
        <p:nvSpPr>
          <p:cNvPr id="26" name="object 26"/>
          <p:cNvSpPr txBox="1"/>
          <p:nvPr/>
        </p:nvSpPr>
        <p:spPr>
          <a:xfrm>
            <a:off x="4566273" y="2872712"/>
            <a:ext cx="10795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0" dirty="0">
                <a:solidFill>
                  <a:srgbClr val="BABABA"/>
                </a:solidFill>
                <a:latin typeface="Arial"/>
                <a:cs typeface="Arial"/>
              </a:rPr>
              <a:t>*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447684" y="2993991"/>
            <a:ext cx="817244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285" dirty="0">
                <a:solidFill>
                  <a:srgbClr val="BABABA"/>
                </a:solidFill>
                <a:latin typeface="Times New Roman"/>
                <a:cs typeface="Times New Roman"/>
              </a:rPr>
              <a:t>f.t�.:;of�.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52550" y="3038673"/>
            <a:ext cx="1085850" cy="16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solidFill>
                  <a:srgbClr val="BABABA"/>
                </a:solidFill>
                <a:latin typeface="Arial"/>
                <a:cs typeface="Arial"/>
              </a:rPr>
              <a:t>_,_,,,.,....,.</a:t>
            </a:r>
            <a:r>
              <a:rPr sz="900" u="heavy" dirty="0">
                <a:solidFill>
                  <a:srgbClr val="BABABA"/>
                </a:solidFill>
                <a:uFill>
                  <a:solidFill>
                    <a:srgbClr val="BABABA"/>
                  </a:solidFill>
                </a:uFill>
                <a:latin typeface="Arial"/>
                <a:cs typeface="Arial"/>
              </a:rPr>
              <a:t>..</a:t>
            </a:r>
            <a:r>
              <a:rPr sz="900" u="heavy" spc="495" dirty="0">
                <a:solidFill>
                  <a:srgbClr val="BABABA"/>
                </a:solidFill>
                <a:uFill>
                  <a:solidFill>
                    <a:srgbClr val="BABABA"/>
                  </a:solidFill>
                </a:uFill>
                <a:latin typeface="Arial"/>
                <a:cs typeface="Arial"/>
              </a:rPr>
              <a:t> </a:t>
            </a:r>
            <a:r>
              <a:rPr sz="900" u="heavy" spc="70" dirty="0">
                <a:solidFill>
                  <a:srgbClr val="BABABA"/>
                </a:solidFill>
                <a:uFill>
                  <a:solidFill>
                    <a:srgbClr val="BABABA"/>
                  </a:solidFill>
                </a:uFill>
                <a:latin typeface="Arial"/>
                <a:cs typeface="Arial"/>
              </a:rPr>
              <a:t>,._,,iv</a:t>
            </a:r>
            <a:r>
              <a:rPr sz="900" u="none" spc="70" dirty="0">
                <a:solidFill>
                  <a:srgbClr val="BABABA"/>
                </a:solidFill>
                <a:latin typeface="Arial"/>
                <a:cs typeface="Arial"/>
              </a:rPr>
              <a:t>'</a:t>
            </a:r>
            <a:endParaRPr sz="9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45557" y="3115270"/>
            <a:ext cx="1036319" cy="209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10" dirty="0">
                <a:solidFill>
                  <a:srgbClr val="BABABA"/>
                </a:solidFill>
                <a:latin typeface="Arial"/>
                <a:cs typeface="Arial"/>
              </a:rPr>
              <a:t>"'9flliQll</a:t>
            </a:r>
            <a:r>
              <a:rPr sz="900" spc="-114" dirty="0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sz="900" spc="50" dirty="0">
                <a:solidFill>
                  <a:srgbClr val="BABABA"/>
                </a:solidFill>
                <a:latin typeface="Arial"/>
                <a:cs typeface="Arial"/>
              </a:rPr>
              <a:t>....</a:t>
            </a:r>
            <a:r>
              <a:rPr sz="1200" u="heavy" spc="50" dirty="0">
                <a:solidFill>
                  <a:srgbClr val="BABABA"/>
                </a:solidFill>
                <a:uFill>
                  <a:solidFill>
                    <a:srgbClr val="BABABA"/>
                  </a:solidFill>
                </a:uFill>
                <a:latin typeface="Arial"/>
                <a:cs typeface="Arial"/>
              </a:rPr>
              <a:t>,,u</a:t>
            </a:r>
            <a:r>
              <a:rPr sz="1200" u="none" spc="50" dirty="0">
                <a:solidFill>
                  <a:srgbClr val="BABABA"/>
                </a:solidFill>
                <a:latin typeface="Arial"/>
                <a:cs typeface="Arial"/>
              </a:rPr>
              <a:t>•</a:t>
            </a:r>
            <a:r>
              <a:rPr sz="1200" u="none" spc="15" dirty="0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sz="450" u="heavy" spc="80" dirty="0">
                <a:solidFill>
                  <a:srgbClr val="BABABA"/>
                </a:solidFill>
                <a:uFill>
                  <a:solidFill>
                    <a:srgbClr val="BABABA"/>
                  </a:solidFill>
                </a:uFill>
                <a:latin typeface="Times New Roman"/>
                <a:cs typeface="Times New Roman"/>
              </a:rPr>
              <a:t>j&gt;1f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99555" y="3606766"/>
            <a:ext cx="96266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45" dirty="0">
                <a:solidFill>
                  <a:srgbClr val="BABABA"/>
                </a:solidFill>
                <a:latin typeface="Times New Roman"/>
                <a:cs typeface="Times New Roman"/>
              </a:rPr>
              <a:t>"'1-</a:t>
            </a:r>
            <a:r>
              <a:rPr sz="1450" spc="-40" dirty="0">
                <a:solidFill>
                  <a:srgbClr val="BABABA"/>
                </a:solidFill>
                <a:latin typeface="Times New Roman"/>
                <a:cs typeface="Times New Roman"/>
              </a:rPr>
              <a:t>-</a:t>
            </a:r>
            <a:r>
              <a:rPr sz="1450" spc="-105" dirty="0">
                <a:solidFill>
                  <a:srgbClr val="BABABA"/>
                </a:solidFill>
                <a:latin typeface="Times New Roman"/>
                <a:cs typeface="Times New Roman"/>
              </a:rPr>
              <a:t>1+-</a:t>
            </a:r>
            <a:r>
              <a:rPr sz="1450" u="heavy" spc="-10" dirty="0">
                <a:solidFill>
                  <a:srgbClr val="BABABA"/>
                </a:solidFill>
                <a:uFill>
                  <a:solidFill>
                    <a:srgbClr val="BABABA"/>
                  </a:solidFill>
                </a:uFill>
                <a:latin typeface="Times New Roman"/>
                <a:cs typeface="Times New Roman"/>
              </a:rPr>
              <a:t>•..,,.,</a:t>
            </a:r>
            <a:r>
              <a:rPr sz="1450" u="none" spc="-10" dirty="0">
                <a:solidFill>
                  <a:srgbClr val="BABABA"/>
                </a:solidFill>
                <a:latin typeface="Times New Roman"/>
                <a:cs typeface="Times New Roman"/>
              </a:rPr>
              <a:t>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947571" y="3606766"/>
            <a:ext cx="50165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88315" algn="l"/>
              </a:tabLst>
            </a:pPr>
            <a:r>
              <a:rPr sz="1450" u="heavy" dirty="0">
                <a:solidFill>
                  <a:srgbClr val="BABABA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99375" y="3300379"/>
            <a:ext cx="7933055" cy="11899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04139" marR="5080" indent="-92075">
              <a:lnSpc>
                <a:spcPts val="4520"/>
              </a:lnSpc>
              <a:spcBef>
                <a:spcPts val="325"/>
              </a:spcBef>
              <a:tabLst>
                <a:tab pos="7529195" algn="l"/>
              </a:tabLst>
            </a:pPr>
            <a:r>
              <a:rPr sz="3850" dirty="0">
                <a:solidFill>
                  <a:srgbClr val="0C0C0A"/>
                </a:solidFill>
                <a:latin typeface="Times New Roman"/>
                <a:cs typeface="Times New Roman"/>
              </a:rPr>
              <a:t>''If</a:t>
            </a:r>
            <a:r>
              <a:rPr sz="3850" spc="-5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220" dirty="0">
                <a:solidFill>
                  <a:srgbClr val="0C0C0A"/>
                </a:solidFill>
                <a:latin typeface="Times New Roman"/>
                <a:cs typeface="Times New Roman"/>
              </a:rPr>
              <a:t>content</a:t>
            </a:r>
            <a:r>
              <a:rPr sz="3850" spc="8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80" dirty="0">
                <a:solidFill>
                  <a:srgbClr val="0C0C0A"/>
                </a:solidFill>
                <a:latin typeface="Times New Roman"/>
                <a:cs typeface="Times New Roman"/>
              </a:rPr>
              <a:t>can't</a:t>
            </a:r>
            <a:r>
              <a:rPr sz="3850" spc="-9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229" dirty="0">
                <a:solidFill>
                  <a:srgbClr val="0C0C0A"/>
                </a:solidFill>
                <a:latin typeface="Times New Roman"/>
                <a:cs typeface="Times New Roman"/>
              </a:rPr>
              <a:t>be</a:t>
            </a:r>
            <a:r>
              <a:rPr sz="3850" spc="-12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65" dirty="0">
                <a:solidFill>
                  <a:srgbClr val="0C0C0A"/>
                </a:solidFill>
                <a:latin typeface="Times New Roman"/>
                <a:cs typeface="Times New Roman"/>
              </a:rPr>
              <a:t>parsed</a:t>
            </a:r>
            <a:r>
              <a:rPr sz="3850" spc="12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95" dirty="0">
                <a:solidFill>
                  <a:srgbClr val="0C0C0A"/>
                </a:solidFill>
                <a:latin typeface="Times New Roman"/>
                <a:cs typeface="Times New Roman"/>
              </a:rPr>
              <a:t>by</a:t>
            </a:r>
            <a:r>
              <a:rPr sz="3850" spc="-21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35" dirty="0">
                <a:solidFill>
                  <a:srgbClr val="0C0C0A"/>
                </a:solidFill>
                <a:latin typeface="Times New Roman"/>
                <a:cs typeface="Times New Roman"/>
              </a:rPr>
              <a:t>a </a:t>
            </a:r>
            <a:r>
              <a:rPr sz="3850" spc="140" dirty="0">
                <a:solidFill>
                  <a:srgbClr val="0C0C0A"/>
                </a:solidFill>
                <a:latin typeface="Times New Roman"/>
                <a:cs typeface="Times New Roman"/>
              </a:rPr>
              <a:t>machine,</a:t>
            </a:r>
            <a:r>
              <a:rPr sz="3850" spc="12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200" dirty="0">
                <a:solidFill>
                  <a:srgbClr val="0C0C0A"/>
                </a:solidFill>
                <a:latin typeface="Times New Roman"/>
                <a:cs typeface="Times New Roman"/>
              </a:rPr>
              <a:t>mapped</a:t>
            </a:r>
            <a:r>
              <a:rPr sz="3850" spc="3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60" dirty="0">
                <a:solidFill>
                  <a:srgbClr val="0C0C0A"/>
                </a:solidFill>
                <a:latin typeface="Times New Roman"/>
                <a:cs typeface="Times New Roman"/>
              </a:rPr>
              <a:t>or</a:t>
            </a:r>
            <a:r>
              <a:rPr sz="3850" spc="1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95" dirty="0">
                <a:solidFill>
                  <a:srgbClr val="0C0C0A"/>
                </a:solidFill>
                <a:latin typeface="Times New Roman"/>
                <a:cs typeface="Times New Roman"/>
              </a:rPr>
              <a:t>trusted</a:t>
            </a:r>
            <a:r>
              <a:rPr sz="3850" spc="5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210" dirty="0">
                <a:solidFill>
                  <a:srgbClr val="0C0C0A"/>
                </a:solidFill>
                <a:latin typeface="Times New Roman"/>
                <a:cs typeface="Times New Roman"/>
              </a:rPr>
              <a:t>by</a:t>
            </a:r>
            <a:r>
              <a:rPr sz="3850" spc="210" dirty="0">
                <a:solidFill>
                  <a:srgbClr val="BABABA"/>
                </a:solidFill>
                <a:latin typeface="Times New Roman"/>
                <a:cs typeface="Times New Roman"/>
              </a:rPr>
              <a:t>"</a:t>
            </a:r>
            <a:r>
              <a:rPr sz="3850" dirty="0">
                <a:solidFill>
                  <a:srgbClr val="BABABA"/>
                </a:solidFill>
                <a:latin typeface="Times New Roman"/>
                <a:cs typeface="Times New Roman"/>
              </a:rPr>
              <a:t>	</a:t>
            </a:r>
            <a:r>
              <a:rPr sz="3850" i="1" spc="-1275" dirty="0">
                <a:solidFill>
                  <a:srgbClr val="BABABA"/>
                </a:solidFill>
                <a:latin typeface="Times New Roman"/>
                <a:cs typeface="Times New Roman"/>
              </a:rPr>
              <a:t>�"(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65511" y="4423799"/>
            <a:ext cx="7409815" cy="11772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5715">
              <a:lnSpc>
                <a:spcPts val="4420"/>
              </a:lnSpc>
              <a:spcBef>
                <a:spcPts val="425"/>
              </a:spcBef>
            </a:pPr>
            <a:r>
              <a:rPr sz="3850" spc="240" dirty="0">
                <a:solidFill>
                  <a:srgbClr val="0C0C0A"/>
                </a:solidFill>
                <a:latin typeface="Times New Roman"/>
                <a:cs typeface="Times New Roman"/>
              </a:rPr>
              <a:t>some</a:t>
            </a:r>
            <a:r>
              <a:rPr sz="3850" spc="-20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50" dirty="0">
                <a:solidFill>
                  <a:srgbClr val="0C0C0A"/>
                </a:solidFill>
                <a:latin typeface="Times New Roman"/>
                <a:cs typeface="Times New Roman"/>
              </a:rPr>
              <a:t>kind</a:t>
            </a:r>
            <a:r>
              <a:rPr sz="3850" spc="-11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80" dirty="0">
                <a:solidFill>
                  <a:srgbClr val="0C0C0A"/>
                </a:solidFill>
                <a:latin typeface="Times New Roman"/>
                <a:cs typeface="Times New Roman"/>
              </a:rPr>
              <a:t>of</a:t>
            </a:r>
            <a:r>
              <a:rPr sz="3850" spc="-10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14" dirty="0">
                <a:solidFill>
                  <a:srgbClr val="0C0C0A"/>
                </a:solidFill>
                <a:latin typeface="Times New Roman"/>
                <a:cs typeface="Times New Roman"/>
              </a:rPr>
              <a:t>large</a:t>
            </a:r>
            <a:r>
              <a:rPr sz="3850" spc="-14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30" dirty="0">
                <a:solidFill>
                  <a:srgbClr val="0C0C0A"/>
                </a:solidFill>
                <a:latin typeface="Times New Roman"/>
                <a:cs typeface="Times New Roman"/>
              </a:rPr>
              <a:t>language</a:t>
            </a:r>
            <a:r>
              <a:rPr sz="3850" spc="16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35" dirty="0">
                <a:solidFill>
                  <a:srgbClr val="0C0C0A"/>
                </a:solidFill>
                <a:latin typeface="Times New Roman"/>
                <a:cs typeface="Times New Roman"/>
              </a:rPr>
              <a:t>model </a:t>
            </a:r>
            <a:r>
              <a:rPr sz="3850" spc="125" dirty="0">
                <a:solidFill>
                  <a:srgbClr val="0C0C0A"/>
                </a:solidFill>
                <a:latin typeface="Times New Roman"/>
                <a:cs typeface="Times New Roman"/>
              </a:rPr>
              <a:t>or</a:t>
            </a:r>
            <a:r>
              <a:rPr sz="3850" spc="8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80" dirty="0">
                <a:solidFill>
                  <a:srgbClr val="0C0C0A"/>
                </a:solidFill>
                <a:latin typeface="Times New Roman"/>
                <a:cs typeface="Times New Roman"/>
              </a:rPr>
              <a:t>maybe</a:t>
            </a:r>
            <a:r>
              <a:rPr sz="3850" spc="-12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60" dirty="0">
                <a:solidFill>
                  <a:srgbClr val="0C0C0A"/>
                </a:solidFill>
                <a:latin typeface="Times New Roman"/>
                <a:cs typeface="Times New Roman"/>
              </a:rPr>
              <a:t>an</a:t>
            </a:r>
            <a:r>
              <a:rPr sz="3850" spc="9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50" dirty="0">
                <a:solidFill>
                  <a:srgbClr val="0C0C0A"/>
                </a:solidFill>
                <a:latin typeface="Times New Roman"/>
                <a:cs typeface="Times New Roman"/>
              </a:rPr>
              <a:t>agentic</a:t>
            </a:r>
            <a:r>
              <a:rPr sz="3850" spc="-11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65" dirty="0">
                <a:solidFill>
                  <a:srgbClr val="0C0C0A"/>
                </a:solidFill>
                <a:latin typeface="Times New Roman"/>
                <a:cs typeface="Times New Roman"/>
              </a:rPr>
              <a:t>system,</a:t>
            </a:r>
            <a:r>
              <a:rPr sz="3850" spc="-9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45" dirty="0">
                <a:solidFill>
                  <a:srgbClr val="0C0C0A"/>
                </a:solidFill>
                <a:latin typeface="Times New Roman"/>
                <a:cs typeface="Times New Roman"/>
              </a:rPr>
              <a:t>it's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55226" y="5572753"/>
            <a:ext cx="6768465" cy="615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50" spc="140" dirty="0">
                <a:solidFill>
                  <a:srgbClr val="0C0C0A"/>
                </a:solidFill>
                <a:latin typeface="Times New Roman"/>
                <a:cs typeface="Times New Roman"/>
              </a:rPr>
              <a:t>going</a:t>
            </a:r>
            <a:r>
              <a:rPr sz="3850" spc="-15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20" dirty="0">
                <a:solidFill>
                  <a:srgbClr val="0C0C0A"/>
                </a:solidFill>
                <a:latin typeface="Times New Roman"/>
                <a:cs typeface="Times New Roman"/>
              </a:rPr>
              <a:t>to</a:t>
            </a:r>
            <a:r>
              <a:rPr sz="3850" spc="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85" dirty="0">
                <a:solidFill>
                  <a:srgbClr val="0C0C0A"/>
                </a:solidFill>
                <a:latin typeface="Times New Roman"/>
                <a:cs typeface="Times New Roman"/>
              </a:rPr>
              <a:t>fail</a:t>
            </a:r>
            <a:r>
              <a:rPr sz="3850" spc="-17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50" dirty="0">
                <a:solidFill>
                  <a:srgbClr val="0C0C0A"/>
                </a:solidFill>
                <a:latin typeface="Times New Roman"/>
                <a:cs typeface="Times New Roman"/>
              </a:rPr>
              <a:t>no</a:t>
            </a:r>
            <a:r>
              <a:rPr sz="3850" spc="-2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95" dirty="0">
                <a:solidFill>
                  <a:srgbClr val="0C0C0A"/>
                </a:solidFill>
                <a:latin typeface="Times New Roman"/>
                <a:cs typeface="Times New Roman"/>
              </a:rPr>
              <a:t>matter</a:t>
            </a:r>
            <a:r>
              <a:rPr sz="3850" spc="4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95" dirty="0">
                <a:solidFill>
                  <a:srgbClr val="0C0C0A"/>
                </a:solidFill>
                <a:latin typeface="Times New Roman"/>
                <a:cs typeface="Times New Roman"/>
              </a:rPr>
              <a:t>how</a:t>
            </a:r>
            <a:r>
              <a:rPr sz="3850" spc="-18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55" dirty="0">
                <a:solidFill>
                  <a:srgbClr val="0C0C0A"/>
                </a:solidFill>
                <a:latin typeface="Times New Roman"/>
                <a:cs typeface="Times New Roman"/>
              </a:rPr>
              <a:t>well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35271" y="5438709"/>
            <a:ext cx="1029969" cy="776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66775" algn="l"/>
              </a:tabLst>
            </a:pPr>
            <a:r>
              <a:rPr sz="3850" spc="-204" dirty="0">
                <a:solidFill>
                  <a:srgbClr val="BABABA"/>
                </a:solidFill>
                <a:latin typeface="Times New Roman"/>
                <a:cs typeface="Times New Roman"/>
              </a:rPr>
              <a:t>.</a:t>
            </a:r>
            <a:r>
              <a:rPr sz="4900" spc="-890" dirty="0">
                <a:solidFill>
                  <a:srgbClr val="BABABA"/>
                </a:solidFill>
                <a:latin typeface="Times New Roman"/>
                <a:cs typeface="Times New Roman"/>
              </a:rPr>
              <a:t>r</a:t>
            </a:r>
            <a:r>
              <a:rPr sz="4900" spc="-3760" dirty="0">
                <a:solidFill>
                  <a:srgbClr val="BABABA"/>
                </a:solidFill>
                <a:latin typeface="Times New Roman"/>
                <a:cs typeface="Times New Roman"/>
              </a:rPr>
              <a:t>�</a:t>
            </a:r>
            <a:r>
              <a:rPr sz="4900" spc="-440" dirty="0">
                <a:solidFill>
                  <a:srgbClr val="BABABA"/>
                </a:solidFill>
                <a:latin typeface="Times New Roman"/>
                <a:cs typeface="Times New Roman"/>
              </a:rPr>
              <a:t>-</a:t>
            </a:r>
            <a:r>
              <a:rPr sz="4900" dirty="0">
                <a:solidFill>
                  <a:srgbClr val="BABABA"/>
                </a:solidFill>
                <a:latin typeface="Times New Roman"/>
                <a:cs typeface="Times New Roman"/>
              </a:rPr>
              <a:t>	</a:t>
            </a:r>
            <a:r>
              <a:rPr sz="4900" spc="-50" dirty="0">
                <a:solidFill>
                  <a:srgbClr val="BABABA"/>
                </a:solidFill>
                <a:latin typeface="Times New Roman"/>
                <a:cs typeface="Times New Roman"/>
              </a:rPr>
              <a:t>,</a:t>
            </a:r>
            <a:endParaRPr sz="4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297288" y="6613126"/>
            <a:ext cx="736600" cy="0"/>
          </a:xfrm>
          <a:custGeom>
            <a:avLst/>
            <a:gdLst/>
            <a:ahLst/>
            <a:cxnLst/>
            <a:rect l="l" t="t" r="r" b="b"/>
            <a:pathLst>
              <a:path w="736600">
                <a:moveTo>
                  <a:pt x="0" y="0"/>
                </a:moveTo>
                <a:lnTo>
                  <a:pt x="736372" y="0"/>
                </a:lnTo>
              </a:path>
            </a:pathLst>
          </a:custGeom>
          <a:ln w="12766">
            <a:solidFill>
              <a:srgbClr val="BAB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9191152" y="6613126"/>
            <a:ext cx="229870" cy="0"/>
          </a:xfrm>
          <a:custGeom>
            <a:avLst/>
            <a:gdLst/>
            <a:ahLst/>
            <a:cxnLst/>
            <a:rect l="l" t="t" r="r" b="b"/>
            <a:pathLst>
              <a:path w="229870">
                <a:moveTo>
                  <a:pt x="0" y="0"/>
                </a:moveTo>
                <a:lnTo>
                  <a:pt x="229264" y="0"/>
                </a:lnTo>
              </a:path>
            </a:pathLst>
          </a:custGeom>
          <a:ln w="12766">
            <a:solidFill>
              <a:srgbClr val="BAB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79633" y="5911055"/>
            <a:ext cx="8966200" cy="852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217409" algn="l"/>
                <a:tab pos="8361680" algn="l"/>
              </a:tabLst>
            </a:pPr>
            <a:r>
              <a:rPr sz="3850" spc="185" dirty="0">
                <a:solidFill>
                  <a:srgbClr val="0C0C0A"/>
                </a:solidFill>
                <a:latin typeface="Times New Roman"/>
                <a:cs typeface="Times New Roman"/>
              </a:rPr>
              <a:t>written</a:t>
            </a:r>
            <a:r>
              <a:rPr sz="3850" spc="4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14" dirty="0">
                <a:solidFill>
                  <a:srgbClr val="0C0C0A"/>
                </a:solidFill>
                <a:latin typeface="Times New Roman"/>
                <a:cs typeface="Times New Roman"/>
              </a:rPr>
              <a:t>it</a:t>
            </a:r>
            <a:r>
              <a:rPr sz="3850" spc="-4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14" dirty="0">
                <a:solidFill>
                  <a:srgbClr val="0C0C0A"/>
                </a:solidFill>
                <a:latin typeface="Times New Roman"/>
                <a:cs typeface="Times New Roman"/>
              </a:rPr>
              <a:t>is,</a:t>
            </a:r>
            <a:r>
              <a:rPr sz="3850" spc="-24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90" dirty="0">
                <a:solidFill>
                  <a:srgbClr val="0C0C0A"/>
                </a:solidFill>
                <a:latin typeface="Times New Roman"/>
                <a:cs typeface="Times New Roman"/>
              </a:rPr>
              <a:t>no</a:t>
            </a:r>
            <a:r>
              <a:rPr sz="385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210" dirty="0">
                <a:solidFill>
                  <a:srgbClr val="0C0C0A"/>
                </a:solidFill>
                <a:latin typeface="Times New Roman"/>
                <a:cs typeface="Times New Roman"/>
              </a:rPr>
              <a:t>matter</a:t>
            </a:r>
            <a:r>
              <a:rPr sz="3850" spc="-5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200" dirty="0">
                <a:solidFill>
                  <a:srgbClr val="0C0C0A"/>
                </a:solidFill>
                <a:latin typeface="Times New Roman"/>
                <a:cs typeface="Times New Roman"/>
              </a:rPr>
              <a:t>what</a:t>
            </a:r>
            <a:r>
              <a:rPr sz="3850" spc="-60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160" dirty="0">
                <a:solidFill>
                  <a:srgbClr val="0C0C0A"/>
                </a:solidFill>
                <a:latin typeface="Times New Roman"/>
                <a:cs typeface="Times New Roman"/>
              </a:rPr>
              <a:t>ou</a:t>
            </a:r>
            <a:r>
              <a:rPr sz="3850" spc="160" dirty="0">
                <a:solidFill>
                  <a:srgbClr val="41413F"/>
                </a:solidFill>
                <a:latin typeface="Times New Roman"/>
                <a:cs typeface="Times New Roman"/>
              </a:rPr>
              <a:t>�</a:t>
            </a:r>
            <a:r>
              <a:rPr sz="3850" dirty="0">
                <a:solidFill>
                  <a:srgbClr val="41413F"/>
                </a:solidFill>
                <a:latin typeface="Times New Roman"/>
                <a:cs typeface="Times New Roman"/>
              </a:rPr>
              <a:t>	</a:t>
            </a:r>
            <a:r>
              <a:rPr sz="5400" spc="-470" dirty="0">
                <a:solidFill>
                  <a:srgbClr val="BABABA"/>
                </a:solidFill>
                <a:latin typeface="Arial"/>
                <a:cs typeface="Arial"/>
              </a:rPr>
              <a:t>i</a:t>
            </a:r>
            <a:r>
              <a:rPr sz="5400" spc="640" dirty="0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sz="5400" spc="-1190" dirty="0">
                <a:solidFill>
                  <a:srgbClr val="BABABA"/>
                </a:solidFill>
                <a:latin typeface="Arial"/>
                <a:cs typeface="Arial"/>
              </a:rPr>
              <a:t>•</a:t>
            </a:r>
            <a:r>
              <a:rPr sz="5400" spc="-185" dirty="0">
                <a:solidFill>
                  <a:srgbClr val="BABABA"/>
                </a:solidFill>
                <a:latin typeface="Arial"/>
                <a:cs typeface="Arial"/>
              </a:rPr>
              <a:t> </a:t>
            </a:r>
            <a:r>
              <a:rPr sz="5400" spc="-1465" dirty="0">
                <a:solidFill>
                  <a:srgbClr val="BABABA"/>
                </a:solidFill>
                <a:latin typeface="Arial"/>
                <a:cs typeface="Arial"/>
              </a:rPr>
              <a:t>�</a:t>
            </a:r>
            <a:r>
              <a:rPr sz="3850" spc="-2100" dirty="0">
                <a:solidFill>
                  <a:srgbClr val="BABABA"/>
                </a:solidFill>
                <a:latin typeface="Times New Roman"/>
                <a:cs typeface="Times New Roman"/>
              </a:rPr>
              <a:t>t</a:t>
            </a:r>
            <a:r>
              <a:rPr sz="3850" dirty="0">
                <a:solidFill>
                  <a:srgbClr val="BABABA"/>
                </a:solidFill>
                <a:latin typeface="Times New Roman"/>
                <a:cs typeface="Times New Roman"/>
              </a:rPr>
              <a:t>	</a:t>
            </a:r>
            <a:r>
              <a:rPr sz="3850" spc="-520" dirty="0">
                <a:solidFill>
                  <a:srgbClr val="BABABA"/>
                </a:solidFill>
                <a:latin typeface="Times New Roman"/>
                <a:cs typeface="Times New Roman"/>
              </a:rPr>
              <a:t>...</a:t>
            </a:r>
            <a:r>
              <a:rPr sz="3850" spc="-520" dirty="0">
                <a:solidFill>
                  <a:srgbClr val="9EA1A1"/>
                </a:solidFill>
                <a:latin typeface="Times New Roman"/>
                <a:cs typeface="Times New Roman"/>
              </a:rPr>
              <a:t>.</a:t>
            </a:r>
            <a:r>
              <a:rPr sz="3850" spc="-520" dirty="0">
                <a:solidFill>
                  <a:srgbClr val="BABABA"/>
                </a:solidFill>
                <a:latin typeface="Times New Roman"/>
                <a:cs typeface="Times New Roman"/>
              </a:rPr>
              <a:t>,.:...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67963" y="6708940"/>
            <a:ext cx="9453245" cy="615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352675" algn="l"/>
                <a:tab pos="7210425" algn="l"/>
                <a:tab pos="9439910" algn="l"/>
              </a:tabLst>
            </a:pPr>
            <a:r>
              <a:rPr sz="3850" spc="229" dirty="0">
                <a:solidFill>
                  <a:srgbClr val="0C0C0A"/>
                </a:solidFill>
                <a:latin typeface="Times New Roman"/>
                <a:cs typeface="Times New Roman"/>
              </a:rPr>
              <a:t>intent</a:t>
            </a:r>
            <a:r>
              <a:rPr sz="3850" spc="-114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50" dirty="0">
                <a:solidFill>
                  <a:srgbClr val="0C0C0A"/>
                </a:solidFill>
                <a:latin typeface="Times New Roman"/>
                <a:cs typeface="Times New Roman"/>
              </a:rPr>
              <a:t>is."</a:t>
            </a:r>
            <a:r>
              <a:rPr sz="3850" dirty="0">
                <a:solidFill>
                  <a:srgbClr val="0C0C0A"/>
                </a:solidFill>
                <a:latin typeface="Times New Roman"/>
                <a:cs typeface="Times New Roman"/>
              </a:rPr>
              <a:t>	</a:t>
            </a:r>
            <a:r>
              <a:rPr sz="3850" spc="1635" dirty="0">
                <a:solidFill>
                  <a:srgbClr val="BABABA"/>
                </a:solidFill>
                <a:latin typeface="Times New Roman"/>
                <a:cs typeface="Times New Roman"/>
              </a:rPr>
              <a:t>���:i</a:t>
            </a:r>
            <a:r>
              <a:rPr sz="3850" spc="135" dirty="0">
                <a:solidFill>
                  <a:srgbClr val="BABABA"/>
                </a:solidFill>
                <a:latin typeface="Times New Roman"/>
                <a:cs typeface="Times New Roman"/>
              </a:rPr>
              <a:t> </a:t>
            </a:r>
            <a:r>
              <a:rPr sz="2900" spc="-185" dirty="0">
                <a:solidFill>
                  <a:srgbClr val="BABABA"/>
                </a:solidFill>
                <a:latin typeface="Times New Roman"/>
                <a:cs typeface="Times New Roman"/>
              </a:rPr>
              <a:t>---</a:t>
            </a:r>
            <a:r>
              <a:rPr sz="2900" spc="-200" dirty="0">
                <a:solidFill>
                  <a:srgbClr val="BABABA"/>
                </a:solidFill>
                <a:latin typeface="Times New Roman"/>
                <a:cs typeface="Times New Roman"/>
              </a:rPr>
              <a:t>b,-</a:t>
            </a:r>
            <a:r>
              <a:rPr sz="2900" spc="-170" dirty="0">
                <a:solidFill>
                  <a:srgbClr val="BABABA"/>
                </a:solidFill>
                <a:latin typeface="Times New Roman"/>
                <a:cs typeface="Times New Roman"/>
              </a:rPr>
              <a:t>t-</a:t>
            </a:r>
            <a:r>
              <a:rPr sz="2900" spc="-10" dirty="0">
                <a:solidFill>
                  <a:srgbClr val="BABABA"/>
                </a:solidFill>
                <a:latin typeface="Times New Roman"/>
                <a:cs typeface="Times New Roman"/>
              </a:rPr>
              <a:t>r:x...:::t</a:t>
            </a:r>
            <a:r>
              <a:rPr sz="2900" dirty="0">
                <a:solidFill>
                  <a:srgbClr val="BABABA"/>
                </a:solidFill>
                <a:latin typeface="Times New Roman"/>
                <a:cs typeface="Times New Roman"/>
              </a:rPr>
              <a:t>	</a:t>
            </a:r>
            <a:r>
              <a:rPr sz="2900" u="heavy" dirty="0">
                <a:solidFill>
                  <a:srgbClr val="BABABA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42348" y="7194053"/>
            <a:ext cx="12700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i="1" spc="-400" dirty="0">
                <a:solidFill>
                  <a:srgbClr val="BABABA"/>
                </a:solidFill>
                <a:latin typeface="Times New Roman"/>
                <a:cs typeface="Times New Roman"/>
              </a:rPr>
              <a:t>�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8206309" y="7366328"/>
            <a:ext cx="26034" cy="0"/>
          </a:xfrm>
          <a:custGeom>
            <a:avLst/>
            <a:gdLst/>
            <a:ahLst/>
            <a:cxnLst/>
            <a:rect l="l" t="t" r="r" b="b"/>
            <a:pathLst>
              <a:path w="26034">
                <a:moveTo>
                  <a:pt x="0" y="0"/>
                </a:moveTo>
                <a:lnTo>
                  <a:pt x="25473" y="0"/>
                </a:lnTo>
              </a:path>
            </a:pathLst>
          </a:custGeom>
          <a:ln w="12766">
            <a:solidFill>
              <a:srgbClr val="BAB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8342070" y="7366328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4">
                <a:moveTo>
                  <a:pt x="0" y="0"/>
                </a:moveTo>
                <a:lnTo>
                  <a:pt x="484002" y="0"/>
                </a:lnTo>
              </a:path>
            </a:pathLst>
          </a:custGeom>
          <a:ln w="12766">
            <a:solidFill>
              <a:srgbClr val="BAB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193609" y="7194053"/>
            <a:ext cx="65024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265" dirty="0">
                <a:solidFill>
                  <a:srgbClr val="BABABA"/>
                </a:solidFill>
                <a:latin typeface="Times New Roman"/>
                <a:cs typeface="Times New Roman"/>
              </a:rPr>
              <a:t>I</a:t>
            </a:r>
            <a:r>
              <a:rPr sz="1250" spc="145" dirty="0">
                <a:solidFill>
                  <a:srgbClr val="BABABA"/>
                </a:solidFill>
                <a:latin typeface="Times New Roman"/>
                <a:cs typeface="Times New Roman"/>
              </a:rPr>
              <a:t>  </a:t>
            </a:r>
            <a:r>
              <a:rPr sz="800" spc="-10" dirty="0">
                <a:solidFill>
                  <a:srgbClr val="BABABA"/>
                </a:solidFill>
                <a:latin typeface="Times New Roman"/>
                <a:cs typeface="Times New Roman"/>
              </a:rPr>
              <a:t>U(lAtl.t.fA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024852" y="7570586"/>
            <a:ext cx="1261110" cy="0"/>
          </a:xfrm>
          <a:custGeom>
            <a:avLst/>
            <a:gdLst/>
            <a:ahLst/>
            <a:cxnLst/>
            <a:rect l="l" t="t" r="r" b="b"/>
            <a:pathLst>
              <a:path w="1261109">
                <a:moveTo>
                  <a:pt x="0" y="0"/>
                </a:moveTo>
                <a:lnTo>
                  <a:pt x="1260955" y="0"/>
                </a:lnTo>
              </a:path>
            </a:pathLst>
          </a:custGeom>
          <a:ln w="12766">
            <a:solidFill>
              <a:srgbClr val="CACAC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344925" y="7570586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12766">
            <a:solidFill>
              <a:srgbClr val="BABA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8310206" y="6964264"/>
            <a:ext cx="2538730" cy="7378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14375" algn="l"/>
              </a:tabLst>
            </a:pPr>
            <a:r>
              <a:rPr sz="850" spc="60" dirty="0">
                <a:solidFill>
                  <a:srgbClr val="CACAC8"/>
                </a:solidFill>
                <a:latin typeface="Times New Roman"/>
                <a:cs typeface="Times New Roman"/>
              </a:rPr>
              <a:t>""'k?</a:t>
            </a:r>
            <a:r>
              <a:rPr sz="850" spc="204" dirty="0">
                <a:solidFill>
                  <a:srgbClr val="CACAC8"/>
                </a:solidFill>
                <a:latin typeface="Times New Roman"/>
                <a:cs typeface="Times New Roman"/>
              </a:rPr>
              <a:t>  </a:t>
            </a:r>
            <a:r>
              <a:rPr sz="600" spc="30" dirty="0">
                <a:solidFill>
                  <a:srgbClr val="BABABA"/>
                </a:solidFill>
                <a:latin typeface="Arial"/>
                <a:cs typeface="Arial"/>
              </a:rPr>
              <a:t>M•</a:t>
            </a:r>
            <a:r>
              <a:rPr sz="600" dirty="0">
                <a:solidFill>
                  <a:srgbClr val="BABABA"/>
                </a:solidFill>
                <a:latin typeface="Arial"/>
                <a:cs typeface="Arial"/>
              </a:rPr>
              <a:t>	</a:t>
            </a:r>
            <a:r>
              <a:rPr sz="4650" spc="-160" dirty="0">
                <a:solidFill>
                  <a:srgbClr val="CACAC8"/>
                </a:solidFill>
                <a:latin typeface="Arial"/>
                <a:cs typeface="Arial"/>
              </a:rPr>
              <a:t>---</a:t>
            </a:r>
            <a:r>
              <a:rPr sz="4650" spc="-360" dirty="0">
                <a:solidFill>
                  <a:srgbClr val="CACAC8"/>
                </a:solidFill>
                <a:latin typeface="Arial"/>
                <a:cs typeface="Arial"/>
              </a:rPr>
              <a:t>,.I=</a:t>
            </a:r>
            <a:r>
              <a:rPr sz="3000" i="1" spc="-360" dirty="0">
                <a:solidFill>
                  <a:srgbClr val="BABABA"/>
                </a:solidFill>
                <a:latin typeface="Times New Roman"/>
                <a:cs typeface="Times New Roman"/>
              </a:rPr>
              <a:t>:=::...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284706" y="7615336"/>
            <a:ext cx="2592070" cy="615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96875" algn="l"/>
              </a:tabLst>
            </a:pPr>
            <a:r>
              <a:rPr sz="3850" spc="-670" dirty="0">
                <a:solidFill>
                  <a:srgbClr val="242421"/>
                </a:solidFill>
                <a:latin typeface="Times New Roman"/>
                <a:cs typeface="Times New Roman"/>
              </a:rPr>
              <a:t>-</a:t>
            </a:r>
            <a:r>
              <a:rPr sz="3850" dirty="0">
                <a:solidFill>
                  <a:srgbClr val="242421"/>
                </a:solidFill>
                <a:latin typeface="Times New Roman"/>
                <a:cs typeface="Times New Roman"/>
              </a:rPr>
              <a:t>	</a:t>
            </a:r>
            <a:r>
              <a:rPr sz="3850" spc="150" dirty="0">
                <a:solidFill>
                  <a:srgbClr val="0C0C0A"/>
                </a:solidFill>
                <a:latin typeface="Times New Roman"/>
                <a:cs typeface="Times New Roman"/>
              </a:rPr>
              <a:t>Scott</a:t>
            </a:r>
            <a:r>
              <a:rPr sz="3850" spc="-125" dirty="0">
                <a:solidFill>
                  <a:srgbClr val="0C0C0A"/>
                </a:solidFill>
                <a:latin typeface="Times New Roman"/>
                <a:cs typeface="Times New Roman"/>
              </a:rPr>
              <a:t> </a:t>
            </a:r>
            <a:r>
              <a:rPr sz="3850" spc="-20" dirty="0">
                <a:solidFill>
                  <a:srgbClr val="0C0C0A"/>
                </a:solidFill>
                <a:latin typeface="Times New Roman"/>
                <a:cs typeface="Times New Roman"/>
              </a:rPr>
              <a:t>Abel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74050" y="7960022"/>
            <a:ext cx="267335" cy="539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350" spc="-175" dirty="0">
                <a:solidFill>
                  <a:srgbClr val="CACAC8"/>
                </a:solidFill>
                <a:latin typeface="Times New Roman"/>
                <a:cs typeface="Times New Roman"/>
              </a:rPr>
              <a:t>-</a:t>
            </a:r>
            <a:r>
              <a:rPr sz="3350" spc="-110" dirty="0">
                <a:solidFill>
                  <a:srgbClr val="CACAC8"/>
                </a:solidFill>
                <a:latin typeface="Times New Roman"/>
                <a:cs typeface="Times New Roman"/>
              </a:rPr>
              <a:t>-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441272" y="8515350"/>
            <a:ext cx="2037714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1365" dirty="0">
                <a:solidFill>
                  <a:srgbClr val="BABABA"/>
                </a:solidFill>
                <a:latin typeface="Arial"/>
                <a:cs typeface="Arial"/>
              </a:rPr>
              <a:t>-----</a:t>
            </a:r>
            <a:r>
              <a:rPr sz="1000" spc="1870" dirty="0">
                <a:solidFill>
                  <a:srgbClr val="BABABA"/>
                </a:solidFill>
                <a:latin typeface="Arial"/>
                <a:cs typeface="Arial"/>
              </a:rPr>
              <a:t>&lt;-</a:t>
            </a:r>
            <a:r>
              <a:rPr sz="1000" spc="1365" dirty="0">
                <a:solidFill>
                  <a:srgbClr val="BABABA"/>
                </a:solidFill>
                <a:latin typeface="Arial"/>
                <a:cs typeface="Arial"/>
              </a:rPr>
              <a:t>-</a:t>
            </a:r>
            <a:r>
              <a:rPr sz="1000" spc="705" dirty="0">
                <a:solidFill>
                  <a:srgbClr val="BABABA"/>
                </a:solidFill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267569" y="8318675"/>
            <a:ext cx="1308100" cy="37147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193675" algn="l"/>
                <a:tab pos="417195" algn="l"/>
              </a:tabLst>
            </a:pPr>
            <a:r>
              <a:rPr sz="950" u="sng" dirty="0">
                <a:solidFill>
                  <a:srgbClr val="BABABA"/>
                </a:solidFill>
                <a:uFill>
                  <a:solidFill>
                    <a:srgbClr val="B9B9B9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950" u="none" dirty="0">
                <a:solidFill>
                  <a:srgbClr val="BABABA"/>
                </a:solidFill>
                <a:latin typeface="Times New Roman"/>
                <a:cs typeface="Times New Roman"/>
              </a:rPr>
              <a:t>	</a:t>
            </a:r>
            <a:r>
              <a:rPr sz="950" u="none" spc="-25" dirty="0">
                <a:solidFill>
                  <a:srgbClr val="BABABA"/>
                </a:solidFill>
                <a:latin typeface="Times New Roman"/>
                <a:cs typeface="Times New Roman"/>
              </a:rPr>
              <a:t>MNW&gt;,</a:t>
            </a:r>
            <a:r>
              <a:rPr sz="950" u="none" spc="90" dirty="0">
                <a:solidFill>
                  <a:srgbClr val="BABABA"/>
                </a:solidFill>
                <a:latin typeface="Times New Roman"/>
                <a:cs typeface="Times New Roman"/>
              </a:rPr>
              <a:t> </a:t>
            </a:r>
            <a:r>
              <a:rPr sz="950" u="none" spc="-70" dirty="0">
                <a:solidFill>
                  <a:srgbClr val="BABABA"/>
                </a:solidFill>
                <a:latin typeface="Arial"/>
                <a:cs typeface="Arial"/>
              </a:rPr>
              <a:t>OOfW..:-</a:t>
            </a:r>
            <a:r>
              <a:rPr sz="950" u="none" spc="-50" dirty="0">
                <a:solidFill>
                  <a:srgbClr val="BABABA"/>
                </a:solidFill>
                <a:latin typeface="Arial"/>
                <a:cs typeface="Arial"/>
              </a:rPr>
              <a:t>.</a:t>
            </a:r>
            <a:endParaRPr sz="950">
              <a:latin typeface="Arial"/>
              <a:cs typeface="Arial"/>
            </a:endParaRPr>
          </a:p>
          <a:p>
            <a:pPr marL="427990">
              <a:lnSpc>
                <a:spcPct val="100000"/>
              </a:lnSpc>
              <a:spcBef>
                <a:spcPts val="265"/>
              </a:spcBef>
            </a:pPr>
            <a:r>
              <a:rPr sz="850" spc="80" dirty="0">
                <a:solidFill>
                  <a:srgbClr val="BABABA"/>
                </a:solidFill>
                <a:latin typeface="Times New Roman"/>
                <a:cs typeface="Times New Roman"/>
              </a:rPr>
              <a:t>a</a:t>
            </a:r>
            <a:r>
              <a:rPr sz="700" spc="80" dirty="0">
                <a:solidFill>
                  <a:srgbClr val="BABABA"/>
                </a:solidFill>
                <a:latin typeface="Times New Roman"/>
                <a:cs typeface="Times New Roman"/>
              </a:rPr>
              <a:t>..</a:t>
            </a:r>
            <a:r>
              <a:rPr sz="850" spc="80" dirty="0">
                <a:solidFill>
                  <a:srgbClr val="BABABA"/>
                </a:solidFill>
                <a:latin typeface="Times New Roman"/>
                <a:cs typeface="Times New Roman"/>
              </a:rPr>
              <a:t>,</a:t>
            </a:r>
            <a:r>
              <a:rPr sz="700" spc="80" dirty="0">
                <a:solidFill>
                  <a:srgbClr val="BABABA"/>
                </a:solidFill>
                <a:latin typeface="Times New Roman"/>
                <a:cs typeface="Times New Roman"/>
              </a:rPr>
              <a:t>...,1</a:t>
            </a:r>
            <a:r>
              <a:rPr sz="850" spc="80" dirty="0">
                <a:solidFill>
                  <a:srgbClr val="BABABA"/>
                </a:solidFill>
                <a:latin typeface="Times New Roman"/>
                <a:cs typeface="Times New Roman"/>
              </a:rPr>
              <a:t>,</a:t>
            </a:r>
            <a:r>
              <a:rPr sz="700" spc="80" dirty="0">
                <a:solidFill>
                  <a:srgbClr val="BABABA"/>
                </a:solidFill>
                <a:latin typeface="Times New Roman"/>
                <a:cs typeface="Times New Roman"/>
              </a:rPr>
              <a:t>1(11,.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98785" y="1174750"/>
            <a:ext cx="9170581" cy="742989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23646" y="842897"/>
            <a:ext cx="9827895" cy="16446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7145" marR="5080" indent="-5080">
              <a:lnSpc>
                <a:spcPts val="6230"/>
              </a:lnSpc>
              <a:spcBef>
                <a:spcPts val="484"/>
              </a:spcBef>
            </a:pPr>
            <a:r>
              <a:rPr sz="5400" spc="-170" dirty="0">
                <a:solidFill>
                  <a:srgbClr val="080A0A"/>
                </a:solidFill>
              </a:rPr>
              <a:t>The</a:t>
            </a:r>
            <a:r>
              <a:rPr sz="5400" spc="-490" dirty="0">
                <a:solidFill>
                  <a:srgbClr val="080A0A"/>
                </a:solidFill>
              </a:rPr>
              <a:t> </a:t>
            </a:r>
            <a:r>
              <a:rPr sz="5400" spc="-300" dirty="0">
                <a:solidFill>
                  <a:srgbClr val="080A0A"/>
                </a:solidFill>
              </a:rPr>
              <a:t>Al</a:t>
            </a:r>
            <a:r>
              <a:rPr sz="5400" spc="-650" dirty="0">
                <a:solidFill>
                  <a:srgbClr val="080A0A"/>
                </a:solidFill>
              </a:rPr>
              <a:t> </a:t>
            </a:r>
            <a:r>
              <a:rPr sz="5400" spc="-320" dirty="0">
                <a:solidFill>
                  <a:srgbClr val="080A0A"/>
                </a:solidFill>
              </a:rPr>
              <a:t>revolution</a:t>
            </a:r>
            <a:r>
              <a:rPr sz="5400" spc="-315" dirty="0">
                <a:solidFill>
                  <a:srgbClr val="080A0A"/>
                </a:solidFill>
              </a:rPr>
              <a:t> </a:t>
            </a:r>
            <a:r>
              <a:rPr sz="5400" spc="-355" dirty="0">
                <a:solidFill>
                  <a:srgbClr val="080A0A"/>
                </a:solidFill>
              </a:rPr>
              <a:t>runs</a:t>
            </a:r>
            <a:r>
              <a:rPr sz="5400" spc="-545" dirty="0">
                <a:solidFill>
                  <a:srgbClr val="080A0A"/>
                </a:solidFill>
              </a:rPr>
              <a:t> </a:t>
            </a:r>
            <a:r>
              <a:rPr sz="5400" spc="-240" dirty="0">
                <a:solidFill>
                  <a:srgbClr val="080A0A"/>
                </a:solidFill>
              </a:rPr>
              <a:t>on</a:t>
            </a:r>
            <a:r>
              <a:rPr sz="5400" spc="-630" dirty="0">
                <a:solidFill>
                  <a:srgbClr val="080A0A"/>
                </a:solidFill>
              </a:rPr>
              <a:t> </a:t>
            </a:r>
            <a:r>
              <a:rPr sz="5400" spc="-280" dirty="0">
                <a:solidFill>
                  <a:srgbClr val="080A0A"/>
                </a:solidFill>
              </a:rPr>
              <a:t>content. </a:t>
            </a:r>
            <a:r>
              <a:rPr sz="5400" spc="-254" dirty="0">
                <a:solidFill>
                  <a:srgbClr val="080A0A"/>
                </a:solidFill>
              </a:rPr>
              <a:t>Most</a:t>
            </a:r>
            <a:r>
              <a:rPr sz="5400" spc="-409" dirty="0">
                <a:solidFill>
                  <a:srgbClr val="080A0A"/>
                </a:solidFill>
              </a:rPr>
              <a:t> </a:t>
            </a:r>
            <a:r>
              <a:rPr sz="5400" spc="-285" dirty="0">
                <a:solidFill>
                  <a:srgbClr val="080A0A"/>
                </a:solidFill>
              </a:rPr>
              <a:t>of</a:t>
            </a:r>
            <a:r>
              <a:rPr sz="5400" spc="-400" dirty="0">
                <a:solidFill>
                  <a:srgbClr val="080A0A"/>
                </a:solidFill>
              </a:rPr>
              <a:t> </a:t>
            </a:r>
            <a:r>
              <a:rPr sz="5400" spc="-125" dirty="0">
                <a:solidFill>
                  <a:srgbClr val="080A0A"/>
                </a:solidFill>
              </a:rPr>
              <a:t>it</a:t>
            </a:r>
            <a:r>
              <a:rPr sz="5400" spc="-660" dirty="0">
                <a:solidFill>
                  <a:srgbClr val="080A0A"/>
                </a:solidFill>
              </a:rPr>
              <a:t> </a:t>
            </a:r>
            <a:r>
              <a:rPr sz="5400" spc="-305" dirty="0">
                <a:solidFill>
                  <a:srgbClr val="080A0A"/>
                </a:solidFill>
              </a:rPr>
              <a:t>isn't</a:t>
            </a:r>
            <a:r>
              <a:rPr sz="5400" spc="-520" dirty="0">
                <a:solidFill>
                  <a:srgbClr val="080A0A"/>
                </a:solidFill>
              </a:rPr>
              <a:t> </a:t>
            </a:r>
            <a:r>
              <a:rPr sz="5400" spc="-335" dirty="0">
                <a:solidFill>
                  <a:srgbClr val="080A0A"/>
                </a:solidFill>
              </a:rPr>
              <a:t>ready.</a:t>
            </a:r>
            <a:endParaRPr sz="5400"/>
          </a:p>
        </p:txBody>
      </p:sp>
      <p:sp>
        <p:nvSpPr>
          <p:cNvPr id="4" name="object 4"/>
          <p:cNvSpPr txBox="1"/>
          <p:nvPr/>
        </p:nvSpPr>
        <p:spPr>
          <a:xfrm>
            <a:off x="11850520" y="1621631"/>
            <a:ext cx="535940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575" u="heavy" spc="-600" baseline="-10582" dirty="0">
                <a:solidFill>
                  <a:srgbClr val="7C7E7E"/>
                </a:solidFill>
                <a:uFill>
                  <a:solidFill>
                    <a:srgbClr val="7C7E7E"/>
                  </a:solidFill>
                </a:uFill>
                <a:latin typeface="Courier New"/>
                <a:cs typeface="Courier New"/>
              </a:rPr>
              <a:t>/</a:t>
            </a:r>
            <a:r>
              <a:rPr sz="2750" u="heavy" spc="-400" dirty="0">
                <a:solidFill>
                  <a:srgbClr val="7C7E7E"/>
                </a:solidFill>
                <a:uFill>
                  <a:solidFill>
                    <a:srgbClr val="7C7E7E"/>
                  </a:solidFill>
                </a:uFill>
                <a:latin typeface="Arial"/>
                <a:cs typeface="Arial"/>
              </a:rPr>
              <a:t>-</a:t>
            </a:r>
            <a:r>
              <a:rPr sz="2750" u="heavy" spc="-440" dirty="0">
                <a:solidFill>
                  <a:srgbClr val="7C7E7E"/>
                </a:solidFill>
                <a:uFill>
                  <a:solidFill>
                    <a:srgbClr val="7C7E7E"/>
                  </a:solidFill>
                </a:uFill>
                <a:latin typeface="Arial"/>
                <a:cs typeface="Arial"/>
              </a:rPr>
              <a:t>--</a:t>
            </a:r>
            <a:r>
              <a:rPr sz="2750" u="none" spc="-440" dirty="0">
                <a:solidFill>
                  <a:srgbClr val="7C7E7E"/>
                </a:solidFill>
                <a:latin typeface="Arial"/>
                <a:cs typeface="Arial"/>
              </a:rPr>
              <a:t>--</a:t>
            </a:r>
            <a:r>
              <a:rPr sz="2750" u="none" spc="-810" dirty="0">
                <a:solidFill>
                  <a:srgbClr val="7C7E7E"/>
                </a:solidFill>
                <a:latin typeface="Arial"/>
                <a:cs typeface="Arial"/>
              </a:rPr>
              <a:t>-</a:t>
            </a:r>
            <a:r>
              <a:rPr sz="4700" u="none" spc="-1205" dirty="0">
                <a:solidFill>
                  <a:srgbClr val="7C7E7E"/>
                </a:solidFill>
                <a:latin typeface="Times New Roman"/>
                <a:cs typeface="Times New Roman"/>
              </a:rPr>
              <a:t>-</a:t>
            </a:r>
            <a:r>
              <a:rPr sz="2750" u="none" spc="-490" dirty="0">
                <a:solidFill>
                  <a:srgbClr val="7C7E7E"/>
                </a:solidFill>
                <a:latin typeface="Arial"/>
                <a:cs typeface="Arial"/>
              </a:rPr>
              <a:t>-</a:t>
            </a:r>
            <a:endParaRPr sz="27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678571" y="2259871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4">
                <a:moveTo>
                  <a:pt x="0" y="0"/>
                </a:moveTo>
                <a:lnTo>
                  <a:pt x="203790" y="0"/>
                </a:lnTo>
              </a:path>
            </a:pathLst>
          </a:custGeom>
          <a:ln w="12766">
            <a:solidFill>
              <a:srgbClr val="7C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65871" y="1596098"/>
            <a:ext cx="255270" cy="8070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100" spc="-800" dirty="0">
                <a:solidFill>
                  <a:srgbClr val="7C7E7E"/>
                </a:solidFill>
                <a:latin typeface="Arial"/>
                <a:cs typeface="Arial"/>
              </a:rPr>
              <a:t>-</a:t>
            </a:r>
            <a:r>
              <a:rPr sz="5100" spc="-850" dirty="0">
                <a:solidFill>
                  <a:srgbClr val="7C7E7E"/>
                </a:solidFill>
                <a:latin typeface="Arial"/>
                <a:cs typeface="Arial"/>
              </a:rPr>
              <a:t>-</a:t>
            </a:r>
            <a:endParaRPr sz="51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8523" y="3683364"/>
            <a:ext cx="5876925" cy="23437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6510" marR="5080" indent="8890">
              <a:lnSpc>
                <a:spcPct val="101800"/>
              </a:lnSpc>
              <a:spcBef>
                <a:spcPts val="55"/>
              </a:spcBef>
            </a:pPr>
            <a:r>
              <a:rPr sz="2550" spc="-10" dirty="0">
                <a:solidFill>
                  <a:srgbClr val="1A1A18"/>
                </a:solidFill>
                <a:latin typeface="Arial"/>
                <a:cs typeface="Arial"/>
              </a:rPr>
              <a:t>An</a:t>
            </a:r>
            <a:r>
              <a:rPr sz="2550" spc="-41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080A0A"/>
                </a:solidFill>
                <a:latin typeface="Arial"/>
                <a:cs typeface="Arial"/>
              </a:rPr>
              <a:t>MIT</a:t>
            </a:r>
            <a:r>
              <a:rPr sz="2550" spc="-32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550" spc="-30" dirty="0">
                <a:solidFill>
                  <a:srgbClr val="1A1A18"/>
                </a:solidFill>
                <a:latin typeface="Arial"/>
                <a:cs typeface="Arial"/>
              </a:rPr>
              <a:t>study</a:t>
            </a:r>
            <a:r>
              <a:rPr sz="2550" spc="-204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1A1A18"/>
                </a:solidFill>
                <a:latin typeface="Arial"/>
                <a:cs typeface="Arial"/>
              </a:rPr>
              <a:t>found</a:t>
            </a:r>
            <a:r>
              <a:rPr sz="2550" spc="-28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080A0A"/>
                </a:solidFill>
                <a:latin typeface="Arial"/>
                <a:cs typeface="Arial"/>
              </a:rPr>
              <a:t>that</a:t>
            </a:r>
            <a:r>
              <a:rPr sz="2550" spc="-175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550" spc="-55" dirty="0">
                <a:solidFill>
                  <a:srgbClr val="1A1A18"/>
                </a:solidFill>
                <a:latin typeface="Arial"/>
                <a:cs typeface="Arial"/>
              </a:rPr>
              <a:t>most</a:t>
            </a:r>
            <a:r>
              <a:rPr sz="2550" spc="-16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40" dirty="0">
                <a:solidFill>
                  <a:srgbClr val="1A1A18"/>
                </a:solidFill>
                <a:latin typeface="Arial"/>
                <a:cs typeface="Arial"/>
              </a:rPr>
              <a:t>enterprise</a:t>
            </a:r>
            <a:r>
              <a:rPr sz="2550" spc="-80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1A1A18"/>
                </a:solidFill>
                <a:latin typeface="Arial"/>
                <a:cs typeface="Arial"/>
              </a:rPr>
              <a:t>Al </a:t>
            </a:r>
            <a:r>
              <a:rPr sz="2550" dirty="0">
                <a:solidFill>
                  <a:srgbClr val="1A1A18"/>
                </a:solidFill>
                <a:latin typeface="Arial"/>
                <a:cs typeface="Arial"/>
              </a:rPr>
              <a:t>pilots</a:t>
            </a:r>
            <a:r>
              <a:rPr sz="2550" spc="-17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45" dirty="0">
                <a:solidFill>
                  <a:srgbClr val="1A1A18"/>
                </a:solidFill>
                <a:latin typeface="Arial"/>
                <a:cs typeface="Arial"/>
              </a:rPr>
              <a:t>fail</a:t>
            </a:r>
            <a:r>
              <a:rPr sz="2550" spc="-26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1A1A18"/>
                </a:solidFill>
                <a:latin typeface="Arial"/>
                <a:cs typeface="Arial"/>
              </a:rPr>
              <a:t>due</a:t>
            </a:r>
            <a:r>
              <a:rPr sz="2550" spc="-24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80A0A"/>
                </a:solidFill>
                <a:latin typeface="Arial"/>
                <a:cs typeface="Arial"/>
              </a:rPr>
              <a:t>to</a:t>
            </a:r>
            <a:r>
              <a:rPr sz="2550" spc="-32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1A1A18"/>
                </a:solidFill>
                <a:latin typeface="Arial"/>
                <a:cs typeface="Arial"/>
              </a:rPr>
              <a:t>poor</a:t>
            </a:r>
            <a:r>
              <a:rPr sz="2550" spc="-21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45" dirty="0">
                <a:solidFill>
                  <a:srgbClr val="080A0A"/>
                </a:solidFill>
                <a:latin typeface="Arial"/>
                <a:cs typeface="Arial"/>
              </a:rPr>
              <a:t>underlying</a:t>
            </a:r>
            <a:r>
              <a:rPr sz="2550" spc="-20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1A1A18"/>
                </a:solidFill>
                <a:latin typeface="Arial"/>
                <a:cs typeface="Arial"/>
              </a:rPr>
              <a:t>data</a:t>
            </a:r>
            <a:r>
              <a:rPr sz="2550" spc="-29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1A1A18"/>
                </a:solidFill>
                <a:latin typeface="Arial"/>
                <a:cs typeface="Arial"/>
              </a:rPr>
              <a:t>and </a:t>
            </a:r>
            <a:r>
              <a:rPr sz="2550" spc="-35" dirty="0">
                <a:solidFill>
                  <a:srgbClr val="1A1A18"/>
                </a:solidFill>
                <a:latin typeface="Arial"/>
                <a:cs typeface="Arial"/>
              </a:rPr>
              <a:t>content,</a:t>
            </a:r>
            <a:r>
              <a:rPr sz="2550" spc="-30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80A0A"/>
                </a:solidFill>
                <a:latin typeface="Arial"/>
                <a:cs typeface="Arial"/>
              </a:rPr>
              <a:t>not</a:t>
            </a:r>
            <a:r>
              <a:rPr sz="2550" spc="-235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80A0A"/>
                </a:solidFill>
                <a:latin typeface="Arial"/>
                <a:cs typeface="Arial"/>
              </a:rPr>
              <a:t>the</a:t>
            </a:r>
            <a:r>
              <a:rPr sz="2550" spc="-30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A1A18"/>
                </a:solidFill>
                <a:latin typeface="Arial"/>
                <a:cs typeface="Arial"/>
              </a:rPr>
              <a:t>Al</a:t>
            </a:r>
            <a:r>
              <a:rPr sz="2550" spc="-340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35" dirty="0">
                <a:solidFill>
                  <a:srgbClr val="1A1A18"/>
                </a:solidFill>
                <a:latin typeface="Arial"/>
                <a:cs typeface="Arial"/>
              </a:rPr>
              <a:t>technology</a:t>
            </a:r>
            <a:r>
              <a:rPr sz="2550" spc="-1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1A1A18"/>
                </a:solidFill>
                <a:latin typeface="Arial"/>
                <a:cs typeface="Arial"/>
              </a:rPr>
              <a:t>itself.</a:t>
            </a:r>
            <a:endParaRPr sz="2550">
              <a:latin typeface="Arial"/>
              <a:cs typeface="Arial"/>
            </a:endParaRPr>
          </a:p>
          <a:p>
            <a:pPr marL="12700" marR="363855" indent="8890">
              <a:lnSpc>
                <a:spcPct val="101800"/>
              </a:lnSpc>
              <a:spcBef>
                <a:spcPts val="2715"/>
              </a:spcBef>
            </a:pPr>
            <a:r>
              <a:rPr sz="2550" spc="-80" dirty="0">
                <a:solidFill>
                  <a:srgbClr val="1A1A18"/>
                </a:solidFill>
                <a:latin typeface="Arial"/>
                <a:cs typeface="Arial"/>
              </a:rPr>
              <a:t>Currently,</a:t>
            </a:r>
            <a:r>
              <a:rPr sz="2550" spc="-18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A1A18"/>
                </a:solidFill>
                <a:latin typeface="Arial"/>
                <a:cs typeface="Arial"/>
              </a:rPr>
              <a:t>90%</a:t>
            </a:r>
            <a:r>
              <a:rPr sz="2550" spc="-40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A1A18"/>
                </a:solidFill>
                <a:latin typeface="Arial"/>
                <a:cs typeface="Arial"/>
              </a:rPr>
              <a:t>of</a:t>
            </a:r>
            <a:r>
              <a:rPr sz="2550" spc="-190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30" dirty="0">
                <a:solidFill>
                  <a:srgbClr val="1A1A18"/>
                </a:solidFill>
                <a:latin typeface="Arial"/>
                <a:cs typeface="Arial"/>
              </a:rPr>
              <a:t>agentic</a:t>
            </a:r>
            <a:r>
              <a:rPr sz="2550" spc="-80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A1A18"/>
                </a:solidFill>
                <a:latin typeface="Arial"/>
                <a:cs typeface="Arial"/>
              </a:rPr>
              <a:t>Al</a:t>
            </a:r>
            <a:r>
              <a:rPr sz="2550" spc="-36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30" dirty="0">
                <a:solidFill>
                  <a:srgbClr val="1A1A18"/>
                </a:solidFill>
                <a:latin typeface="Arial"/>
                <a:cs typeface="Arial"/>
              </a:rPr>
              <a:t>projects</a:t>
            </a:r>
            <a:r>
              <a:rPr sz="2550" spc="-9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1A1A18"/>
                </a:solidFill>
                <a:latin typeface="Arial"/>
                <a:cs typeface="Arial"/>
              </a:rPr>
              <a:t>are </a:t>
            </a:r>
            <a:r>
              <a:rPr sz="2550" spc="-45" dirty="0">
                <a:solidFill>
                  <a:srgbClr val="1A1A18"/>
                </a:solidFill>
                <a:latin typeface="Arial"/>
                <a:cs typeface="Arial"/>
              </a:rPr>
              <a:t>considered</a:t>
            </a:r>
            <a:r>
              <a:rPr sz="2550" spc="-90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1A1A18"/>
                </a:solidFill>
                <a:latin typeface="Arial"/>
                <a:cs typeface="Arial"/>
              </a:rPr>
              <a:t>failures</a:t>
            </a:r>
            <a:r>
              <a:rPr sz="2550" spc="-27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80A0A"/>
                </a:solidFill>
                <a:latin typeface="Arial"/>
                <a:cs typeface="Arial"/>
              </a:rPr>
              <a:t>for</a:t>
            </a:r>
            <a:r>
              <a:rPr sz="2550" spc="-105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1A1A18"/>
                </a:solidFill>
                <a:latin typeface="Arial"/>
                <a:cs typeface="Arial"/>
              </a:rPr>
              <a:t>this</a:t>
            </a:r>
            <a:r>
              <a:rPr sz="2550" spc="-310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1A1A18"/>
                </a:solidFill>
                <a:latin typeface="Arial"/>
                <a:cs typeface="Arial"/>
              </a:rPr>
              <a:t>exact</a:t>
            </a:r>
            <a:r>
              <a:rPr sz="2550" spc="-254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080A0A"/>
                </a:solidFill>
                <a:latin typeface="Arial"/>
                <a:cs typeface="Arial"/>
              </a:rPr>
              <a:t>reason.</a:t>
            </a:r>
            <a:endParaRPr sz="2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3605" y="7014051"/>
            <a:ext cx="6725920" cy="181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 marR="5080" indent="-2540">
              <a:lnSpc>
                <a:spcPct val="108600"/>
              </a:lnSpc>
              <a:spcBef>
                <a:spcPts val="95"/>
              </a:spcBef>
            </a:pPr>
            <a:r>
              <a:rPr sz="2700" spc="120" dirty="0">
                <a:solidFill>
                  <a:srgbClr val="080A0A"/>
                </a:solidFill>
                <a:latin typeface="Arial"/>
                <a:cs typeface="Arial"/>
              </a:rPr>
              <a:t>The</a:t>
            </a:r>
            <a:r>
              <a:rPr sz="2700" spc="-28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95" dirty="0">
                <a:solidFill>
                  <a:srgbClr val="080A0A"/>
                </a:solidFill>
                <a:latin typeface="Arial"/>
                <a:cs typeface="Arial"/>
              </a:rPr>
              <a:t>bottleneck</a:t>
            </a:r>
            <a:r>
              <a:rPr sz="2700" spc="-10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85" dirty="0">
                <a:solidFill>
                  <a:srgbClr val="080A0A"/>
                </a:solidFill>
                <a:latin typeface="Arial"/>
                <a:cs typeface="Arial"/>
              </a:rPr>
              <a:t>to</a:t>
            </a:r>
            <a:r>
              <a:rPr sz="2700" spc="-15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90" dirty="0">
                <a:solidFill>
                  <a:srgbClr val="080A0A"/>
                </a:solidFill>
                <a:latin typeface="Arial"/>
                <a:cs typeface="Arial"/>
              </a:rPr>
              <a:t>Al</a:t>
            </a:r>
            <a:r>
              <a:rPr sz="2700" spc="-12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1A1A18"/>
                </a:solidFill>
                <a:latin typeface="Arial"/>
                <a:cs typeface="Arial"/>
              </a:rPr>
              <a:t>success</a:t>
            </a:r>
            <a:r>
              <a:rPr sz="2700" spc="-170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080A0A"/>
                </a:solidFill>
                <a:latin typeface="Arial"/>
                <a:cs typeface="Arial"/>
              </a:rPr>
              <a:t>isn't</a:t>
            </a:r>
            <a:r>
              <a:rPr sz="2700" spc="-24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80" dirty="0">
                <a:solidFill>
                  <a:srgbClr val="080A0A"/>
                </a:solidFill>
                <a:latin typeface="Arial"/>
                <a:cs typeface="Arial"/>
              </a:rPr>
              <a:t>the </a:t>
            </a:r>
            <a:r>
              <a:rPr sz="2700" spc="75" dirty="0">
                <a:solidFill>
                  <a:srgbClr val="080A0A"/>
                </a:solidFill>
                <a:latin typeface="Arial"/>
                <a:cs typeface="Arial"/>
              </a:rPr>
              <a:t>algorithm;</a:t>
            </a:r>
            <a:r>
              <a:rPr sz="2700" spc="-285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85" dirty="0">
                <a:solidFill>
                  <a:srgbClr val="080A0A"/>
                </a:solidFill>
                <a:latin typeface="Arial"/>
                <a:cs typeface="Arial"/>
              </a:rPr>
              <a:t>it's</a:t>
            </a:r>
            <a:r>
              <a:rPr sz="2700" spc="-27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130" dirty="0">
                <a:solidFill>
                  <a:srgbClr val="080A0A"/>
                </a:solidFill>
                <a:latin typeface="Arial"/>
                <a:cs typeface="Arial"/>
              </a:rPr>
              <a:t>the</a:t>
            </a:r>
            <a:r>
              <a:rPr sz="2700" spc="-335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95" dirty="0">
                <a:solidFill>
                  <a:srgbClr val="080A0A"/>
                </a:solidFill>
                <a:latin typeface="Arial"/>
                <a:cs typeface="Arial"/>
              </a:rPr>
              <a:t>lack</a:t>
            </a:r>
            <a:r>
              <a:rPr sz="2700" spc="-135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95" dirty="0">
                <a:solidFill>
                  <a:srgbClr val="080A0A"/>
                </a:solidFill>
                <a:latin typeface="Arial"/>
                <a:cs typeface="Arial"/>
              </a:rPr>
              <a:t>of</a:t>
            </a:r>
            <a:r>
              <a:rPr sz="2700" spc="-185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65" dirty="0">
                <a:solidFill>
                  <a:srgbClr val="1A1A18"/>
                </a:solidFill>
                <a:latin typeface="Arial"/>
                <a:cs typeface="Arial"/>
              </a:rPr>
              <a:t>structured, </a:t>
            </a:r>
            <a:r>
              <a:rPr sz="2700" spc="60" dirty="0">
                <a:solidFill>
                  <a:srgbClr val="1A1A18"/>
                </a:solidFill>
                <a:latin typeface="Arial"/>
                <a:cs typeface="Arial"/>
              </a:rPr>
              <a:t>governed,</a:t>
            </a:r>
            <a:r>
              <a:rPr sz="2700" spc="-229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700" spc="145" dirty="0">
                <a:solidFill>
                  <a:srgbClr val="1A1A18"/>
                </a:solidFill>
                <a:latin typeface="Arial"/>
                <a:cs typeface="Arial"/>
              </a:rPr>
              <a:t>and</a:t>
            </a:r>
            <a:r>
              <a:rPr sz="2700" spc="-35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700" spc="100" dirty="0">
                <a:solidFill>
                  <a:srgbClr val="080A0A"/>
                </a:solidFill>
                <a:latin typeface="Arial"/>
                <a:cs typeface="Arial"/>
              </a:rPr>
              <a:t>metadata-</a:t>
            </a:r>
            <a:r>
              <a:rPr sz="2700" spc="95" dirty="0">
                <a:solidFill>
                  <a:srgbClr val="080A0A"/>
                </a:solidFill>
                <a:latin typeface="Arial"/>
                <a:cs typeface="Arial"/>
              </a:rPr>
              <a:t>enriched</a:t>
            </a:r>
            <a:r>
              <a:rPr sz="2700" spc="-47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85" dirty="0">
                <a:solidFill>
                  <a:srgbClr val="1A1A18"/>
                </a:solidFill>
                <a:latin typeface="Arial"/>
                <a:cs typeface="Arial"/>
              </a:rPr>
              <a:t>content </a:t>
            </a:r>
            <a:r>
              <a:rPr sz="2700" spc="120" dirty="0">
                <a:solidFill>
                  <a:srgbClr val="080A0A"/>
                </a:solidFill>
                <a:latin typeface="Arial"/>
                <a:cs typeface="Arial"/>
              </a:rPr>
              <a:t>that</a:t>
            </a:r>
            <a:r>
              <a:rPr sz="2700" spc="-27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70" dirty="0">
                <a:solidFill>
                  <a:srgbClr val="080A0A"/>
                </a:solidFill>
                <a:latin typeface="Arial"/>
                <a:cs typeface="Arial"/>
              </a:rPr>
              <a:t>machines</a:t>
            </a:r>
            <a:r>
              <a:rPr sz="2700" spc="-11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125" dirty="0">
                <a:solidFill>
                  <a:srgbClr val="1A1A18"/>
                </a:solidFill>
                <a:latin typeface="Arial"/>
                <a:cs typeface="Arial"/>
              </a:rPr>
              <a:t>can</a:t>
            </a:r>
            <a:r>
              <a:rPr sz="2700" spc="-22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700" spc="100" dirty="0">
                <a:solidFill>
                  <a:srgbClr val="080A0A"/>
                </a:solidFill>
                <a:latin typeface="Arial"/>
                <a:cs typeface="Arial"/>
              </a:rPr>
              <a:t>trust</a:t>
            </a:r>
            <a:r>
              <a:rPr sz="2700" spc="-160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100" dirty="0">
                <a:solidFill>
                  <a:srgbClr val="1A1A18"/>
                </a:solidFill>
                <a:latin typeface="Arial"/>
                <a:cs typeface="Arial"/>
              </a:rPr>
              <a:t>and</a:t>
            </a:r>
            <a:r>
              <a:rPr sz="2700" spc="-245" dirty="0">
                <a:solidFill>
                  <a:srgbClr val="1A1A18"/>
                </a:solidFill>
                <a:latin typeface="Arial"/>
                <a:cs typeface="Arial"/>
              </a:rPr>
              <a:t> </a:t>
            </a:r>
            <a:r>
              <a:rPr sz="2700" spc="50" dirty="0">
                <a:solidFill>
                  <a:srgbClr val="080A0A"/>
                </a:solidFill>
                <a:latin typeface="Arial"/>
                <a:cs typeface="Arial"/>
              </a:rPr>
              <a:t>reason</a:t>
            </a:r>
            <a:r>
              <a:rPr sz="2700" spc="-145" dirty="0">
                <a:solidFill>
                  <a:srgbClr val="080A0A"/>
                </a:solidFill>
                <a:latin typeface="Arial"/>
                <a:cs typeface="Arial"/>
              </a:rPr>
              <a:t> </a:t>
            </a:r>
            <a:r>
              <a:rPr sz="2700" spc="-10" dirty="0">
                <a:solidFill>
                  <a:srgbClr val="1A1A18"/>
                </a:solidFill>
                <a:latin typeface="Arial"/>
                <a:cs typeface="Arial"/>
              </a:rPr>
              <a:t>over.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974763" y="8138748"/>
            <a:ext cx="771525" cy="6667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635"/>
              </a:lnSpc>
              <a:spcBef>
                <a:spcPts val="110"/>
              </a:spcBef>
              <a:tabLst>
                <a:tab pos="490855" algn="l"/>
                <a:tab pos="694690" algn="l"/>
              </a:tabLst>
            </a:pPr>
            <a:r>
              <a:rPr sz="2550" spc="-20" dirty="0">
                <a:solidFill>
                  <a:srgbClr val="7C7E7E"/>
                </a:solidFill>
                <a:latin typeface="Times New Roman"/>
                <a:cs typeface="Times New Roman"/>
              </a:rPr>
              <a:t>,...</a:t>
            </a:r>
            <a:r>
              <a:rPr sz="2550" dirty="0">
                <a:solidFill>
                  <a:srgbClr val="7C7E7E"/>
                </a:solidFill>
                <a:latin typeface="Times New Roman"/>
                <a:cs typeface="Times New Roman"/>
              </a:rPr>
              <a:t>	</a:t>
            </a:r>
            <a:r>
              <a:rPr sz="2550" spc="-50" dirty="0">
                <a:solidFill>
                  <a:srgbClr val="5D5E57"/>
                </a:solidFill>
                <a:latin typeface="Times New Roman"/>
                <a:cs typeface="Times New Roman"/>
              </a:rPr>
              <a:t>.</a:t>
            </a:r>
            <a:r>
              <a:rPr sz="2550" dirty="0">
                <a:solidFill>
                  <a:srgbClr val="5D5E57"/>
                </a:solidFill>
                <a:latin typeface="Times New Roman"/>
                <a:cs typeface="Times New Roman"/>
              </a:rPr>
              <a:t>	</a:t>
            </a:r>
            <a:r>
              <a:rPr sz="2550" spc="-165" dirty="0">
                <a:solidFill>
                  <a:srgbClr val="7C7E7E"/>
                </a:solidFill>
                <a:latin typeface="Times New Roman"/>
                <a:cs typeface="Times New Roman"/>
              </a:rPr>
              <a:t>l</a:t>
            </a:r>
            <a:endParaRPr sz="2550">
              <a:latin typeface="Times New Roman"/>
              <a:cs typeface="Times New Roman"/>
            </a:endParaRPr>
          </a:p>
          <a:p>
            <a:pPr marL="434340">
              <a:lnSpc>
                <a:spcPts val="2395"/>
              </a:lnSpc>
            </a:pPr>
            <a:r>
              <a:rPr sz="2350" i="1" spc="-50" dirty="0">
                <a:solidFill>
                  <a:srgbClr val="7C7E7E"/>
                </a:solidFill>
                <a:latin typeface="Times New Roman"/>
                <a:cs typeface="Times New Roman"/>
              </a:rPr>
              <a:t>I</a:t>
            </a:r>
            <a:endParaRPr sz="23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0241" y="2042848"/>
            <a:ext cx="789688" cy="11234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6662" y="5336513"/>
            <a:ext cx="1171796" cy="7404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00452" y="6485466"/>
            <a:ext cx="891584" cy="4340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95827" y="1991782"/>
            <a:ext cx="5884456" cy="480007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266564" y="5949286"/>
            <a:ext cx="0" cy="996315"/>
          </a:xfrm>
          <a:custGeom>
            <a:avLst/>
            <a:gdLst/>
            <a:ahLst/>
            <a:cxnLst/>
            <a:rect l="l" t="t" r="r" b="b"/>
            <a:pathLst>
              <a:path h="996315">
                <a:moveTo>
                  <a:pt x="0" y="995759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81196" y="2247105"/>
            <a:ext cx="0" cy="868680"/>
          </a:xfrm>
          <a:custGeom>
            <a:avLst/>
            <a:gdLst/>
            <a:ahLst/>
            <a:cxnLst/>
            <a:rect l="l" t="t" r="r" b="b"/>
            <a:pathLst>
              <a:path h="868680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5192" y="2030081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4">
                <a:moveTo>
                  <a:pt x="0" y="0"/>
                </a:moveTo>
                <a:lnTo>
                  <a:pt x="58589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08035" y="3153501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3605483" y="613105"/>
            <a:ext cx="10285095" cy="745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700" spc="-300" dirty="0">
                <a:solidFill>
                  <a:srgbClr val="0C0C0A"/>
                </a:solidFill>
              </a:rPr>
              <a:t>Your</a:t>
            </a:r>
            <a:r>
              <a:rPr sz="4700" spc="-290" dirty="0">
                <a:solidFill>
                  <a:srgbClr val="0C0C0A"/>
                </a:solidFill>
              </a:rPr>
              <a:t> </a:t>
            </a:r>
            <a:r>
              <a:rPr sz="4700" spc="-140" dirty="0">
                <a:solidFill>
                  <a:srgbClr val="0C0C0A"/>
                </a:solidFill>
              </a:rPr>
              <a:t>audience</a:t>
            </a:r>
            <a:r>
              <a:rPr sz="4700" spc="-200" dirty="0">
                <a:solidFill>
                  <a:srgbClr val="0C0C0A"/>
                </a:solidFill>
              </a:rPr>
              <a:t> </a:t>
            </a:r>
            <a:r>
              <a:rPr sz="4700" spc="-30" dirty="0">
                <a:solidFill>
                  <a:srgbClr val="0C0C0A"/>
                </a:solidFill>
              </a:rPr>
              <a:t>is</a:t>
            </a:r>
            <a:r>
              <a:rPr sz="4700" spc="-765" dirty="0">
                <a:solidFill>
                  <a:srgbClr val="0C0C0A"/>
                </a:solidFill>
              </a:rPr>
              <a:t> </a:t>
            </a:r>
            <a:r>
              <a:rPr sz="4700" spc="-95" dirty="0">
                <a:solidFill>
                  <a:srgbClr val="0C0C0A"/>
                </a:solidFill>
              </a:rPr>
              <a:t>no</a:t>
            </a:r>
            <a:r>
              <a:rPr sz="4700" spc="-565" dirty="0">
                <a:solidFill>
                  <a:srgbClr val="0C0C0A"/>
                </a:solidFill>
              </a:rPr>
              <a:t> </a:t>
            </a:r>
            <a:r>
              <a:rPr sz="4700" spc="-145" dirty="0">
                <a:solidFill>
                  <a:srgbClr val="0C0C0A"/>
                </a:solidFill>
              </a:rPr>
              <a:t>longer</a:t>
            </a:r>
            <a:r>
              <a:rPr sz="4700" spc="-120" dirty="0">
                <a:solidFill>
                  <a:srgbClr val="0C0C0A"/>
                </a:solidFill>
              </a:rPr>
              <a:t> </a:t>
            </a:r>
            <a:r>
              <a:rPr sz="4700" spc="-175" dirty="0">
                <a:solidFill>
                  <a:srgbClr val="0C0C0A"/>
                </a:solidFill>
              </a:rPr>
              <a:t>just</a:t>
            </a:r>
            <a:r>
              <a:rPr sz="4700" spc="-420" dirty="0">
                <a:solidFill>
                  <a:srgbClr val="0C0C0A"/>
                </a:solidFill>
              </a:rPr>
              <a:t> </a:t>
            </a:r>
            <a:r>
              <a:rPr sz="4700" spc="-114" dirty="0">
                <a:solidFill>
                  <a:srgbClr val="0C0C0A"/>
                </a:solidFill>
              </a:rPr>
              <a:t>human.</a:t>
            </a:r>
            <a:endParaRPr sz="470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2928" y="2295846"/>
            <a:ext cx="3377565" cy="7175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80"/>
              </a:spcBef>
            </a:pPr>
            <a:r>
              <a:rPr sz="2250" spc="65" dirty="0">
                <a:solidFill>
                  <a:srgbClr val="0C0C0A"/>
                </a:solidFill>
                <a:latin typeface="Arial"/>
                <a:cs typeface="Arial"/>
              </a:rPr>
              <a:t>M</a:t>
            </a:r>
            <a:r>
              <a:rPr sz="2250" spc="65" dirty="0">
                <a:solidFill>
                  <a:srgbClr val="232421"/>
                </a:solidFill>
                <a:latin typeface="Arial"/>
                <a:cs typeface="Arial"/>
              </a:rPr>
              <a:t>ac</a:t>
            </a:r>
            <a:r>
              <a:rPr sz="2250" spc="65" dirty="0">
                <a:solidFill>
                  <a:srgbClr val="0C0C0A"/>
                </a:solidFill>
                <a:latin typeface="Arial"/>
                <a:cs typeface="Arial"/>
              </a:rPr>
              <a:t>hi</a:t>
            </a:r>
            <a:r>
              <a:rPr sz="2250" spc="65" dirty="0">
                <a:solidFill>
                  <a:srgbClr val="232421"/>
                </a:solidFill>
                <a:latin typeface="Arial"/>
                <a:cs typeface="Arial"/>
              </a:rPr>
              <a:t>nes</a:t>
            </a:r>
            <a:endParaRPr sz="2250">
              <a:latin typeface="Arial"/>
              <a:cs typeface="Arial"/>
            </a:endParaRPr>
          </a:p>
          <a:p>
            <a:pPr marR="6985" algn="r">
              <a:lnSpc>
                <a:spcPct val="100000"/>
              </a:lnSpc>
              <a:spcBef>
                <a:spcPts val="165"/>
              </a:spcBef>
            </a:pPr>
            <a:r>
              <a:rPr sz="2000" spc="60" dirty="0">
                <a:solidFill>
                  <a:srgbClr val="232421"/>
                </a:solidFill>
                <a:latin typeface="Arial"/>
                <a:cs typeface="Arial"/>
              </a:rPr>
              <a:t>(Chatbots,</a:t>
            </a:r>
            <a:r>
              <a:rPr sz="2000" spc="-135" dirty="0">
                <a:solidFill>
                  <a:srgbClr val="232421"/>
                </a:solidFill>
                <a:latin typeface="Arial"/>
                <a:cs typeface="Arial"/>
              </a:rPr>
              <a:t> </a:t>
            </a:r>
            <a:r>
              <a:rPr sz="2000" spc="85" dirty="0">
                <a:solidFill>
                  <a:srgbClr val="232421"/>
                </a:solidFill>
                <a:latin typeface="Arial"/>
                <a:cs typeface="Arial"/>
              </a:rPr>
              <a:t>L</a:t>
            </a:r>
            <a:r>
              <a:rPr sz="2000" spc="85" dirty="0">
                <a:solidFill>
                  <a:srgbClr val="0C0C0A"/>
                </a:solidFill>
                <a:latin typeface="Arial"/>
                <a:cs typeface="Arial"/>
              </a:rPr>
              <a:t>L</a:t>
            </a:r>
            <a:r>
              <a:rPr sz="2000" spc="85" dirty="0">
                <a:solidFill>
                  <a:srgbClr val="232421"/>
                </a:solidFill>
                <a:latin typeface="Arial"/>
                <a:cs typeface="Arial"/>
              </a:rPr>
              <a:t>Ms,</a:t>
            </a:r>
            <a:r>
              <a:rPr sz="2000" spc="-195" dirty="0">
                <a:solidFill>
                  <a:srgbClr val="232421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232421"/>
                </a:solidFill>
                <a:latin typeface="Arial"/>
                <a:cs typeface="Arial"/>
              </a:rPr>
              <a:t>Al</a:t>
            </a:r>
            <a:r>
              <a:rPr sz="2000" spc="-65" dirty="0">
                <a:solidFill>
                  <a:srgbClr val="232421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232421"/>
                </a:solidFill>
                <a:latin typeface="Arial"/>
                <a:cs typeface="Arial"/>
              </a:rPr>
              <a:t>Agents)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70139" y="2170575"/>
            <a:ext cx="583565" cy="929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900" spc="90" dirty="0">
                <a:solidFill>
                  <a:srgbClr val="BF9046"/>
                </a:solidFill>
                <a:latin typeface="Arial"/>
                <a:cs typeface="Arial"/>
              </a:rPr>
              <a:t>••</a:t>
            </a:r>
            <a:endParaRPr sz="5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63351" y="2547176"/>
            <a:ext cx="291465" cy="523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50" spc="-405" dirty="0">
                <a:solidFill>
                  <a:srgbClr val="797E80"/>
                </a:solidFill>
                <a:latin typeface="Arial"/>
                <a:cs typeface="Arial"/>
              </a:rPr>
              <a:t>.,.,</a:t>
            </a:r>
            <a:endParaRPr sz="32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24830" y="5802543"/>
            <a:ext cx="2983865" cy="683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15620">
              <a:lnSpc>
                <a:spcPct val="100000"/>
              </a:lnSpc>
              <a:spcBef>
                <a:spcPts val="110"/>
              </a:spcBef>
              <a:tabLst>
                <a:tab pos="2430780" algn="l"/>
              </a:tabLst>
            </a:pPr>
            <a:r>
              <a:rPr sz="2250" spc="55" dirty="0">
                <a:solidFill>
                  <a:srgbClr val="0C0C0A"/>
                </a:solidFill>
                <a:latin typeface="Arial"/>
                <a:cs typeface="Arial"/>
              </a:rPr>
              <a:t>D</a:t>
            </a:r>
            <a:r>
              <a:rPr sz="2250" spc="55" dirty="0">
                <a:solidFill>
                  <a:srgbClr val="232421"/>
                </a:solidFill>
                <a:latin typeface="Arial"/>
                <a:cs typeface="Arial"/>
              </a:rPr>
              <a:t>e</a:t>
            </a:r>
            <a:r>
              <a:rPr sz="2250" spc="55" dirty="0">
                <a:solidFill>
                  <a:srgbClr val="0C0C0A"/>
                </a:solidFill>
                <a:latin typeface="Arial"/>
                <a:cs typeface="Arial"/>
              </a:rPr>
              <a:t>v</a:t>
            </a:r>
            <a:r>
              <a:rPr sz="2250" spc="55" dirty="0">
                <a:solidFill>
                  <a:srgbClr val="232421"/>
                </a:solidFill>
                <a:latin typeface="Arial"/>
                <a:cs typeface="Arial"/>
              </a:rPr>
              <a:t>e</a:t>
            </a:r>
            <a:r>
              <a:rPr sz="2250" spc="55" dirty="0">
                <a:solidFill>
                  <a:srgbClr val="0C0C0A"/>
                </a:solidFill>
                <a:latin typeface="Arial"/>
                <a:cs typeface="Arial"/>
              </a:rPr>
              <a:t>l</a:t>
            </a:r>
            <a:r>
              <a:rPr sz="2250" spc="55" dirty="0">
                <a:solidFill>
                  <a:srgbClr val="232421"/>
                </a:solidFill>
                <a:latin typeface="Arial"/>
                <a:cs typeface="Arial"/>
              </a:rPr>
              <a:t>o</a:t>
            </a:r>
            <a:r>
              <a:rPr sz="2250" spc="55" dirty="0">
                <a:solidFill>
                  <a:srgbClr val="0C0C0A"/>
                </a:solidFill>
                <a:latin typeface="Arial"/>
                <a:cs typeface="Arial"/>
              </a:rPr>
              <a:t>p</a:t>
            </a:r>
            <a:r>
              <a:rPr sz="2250" spc="55" dirty="0">
                <a:solidFill>
                  <a:srgbClr val="232421"/>
                </a:solidFill>
                <a:latin typeface="Arial"/>
                <a:cs typeface="Arial"/>
              </a:rPr>
              <a:t>e</a:t>
            </a:r>
            <a:r>
              <a:rPr sz="2250" spc="55" dirty="0">
                <a:solidFill>
                  <a:srgbClr val="0C0C0A"/>
                </a:solidFill>
                <a:latin typeface="Arial"/>
                <a:cs typeface="Arial"/>
              </a:rPr>
              <a:t>r</a:t>
            </a:r>
            <a:r>
              <a:rPr sz="2250" spc="55" dirty="0">
                <a:solidFill>
                  <a:srgbClr val="232421"/>
                </a:solidFill>
                <a:latin typeface="Arial"/>
                <a:cs typeface="Arial"/>
              </a:rPr>
              <a:t>s</a:t>
            </a:r>
            <a:r>
              <a:rPr sz="2250" dirty="0">
                <a:solidFill>
                  <a:srgbClr val="232421"/>
                </a:solidFill>
                <a:latin typeface="Arial"/>
                <a:cs typeface="Arial"/>
              </a:rPr>
              <a:t>	</a:t>
            </a:r>
            <a:r>
              <a:rPr sz="2250" spc="85" dirty="0">
                <a:solidFill>
                  <a:srgbClr val="BF9C66"/>
                </a:solidFill>
                <a:latin typeface="Arial"/>
                <a:cs typeface="Arial"/>
              </a:rPr>
              <a:t>�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  <a:tabLst>
                <a:tab pos="2804795" algn="l"/>
              </a:tabLst>
            </a:pPr>
            <a:r>
              <a:rPr sz="2000" spc="65" dirty="0">
                <a:solidFill>
                  <a:srgbClr val="232421"/>
                </a:solidFill>
                <a:latin typeface="Arial"/>
                <a:cs typeface="Arial"/>
              </a:rPr>
              <a:t>(AP</a:t>
            </a:r>
            <a:r>
              <a:rPr sz="2000" spc="65" dirty="0">
                <a:solidFill>
                  <a:srgbClr val="0C0C0A"/>
                </a:solidFill>
                <a:latin typeface="Arial"/>
                <a:cs typeface="Arial"/>
              </a:rPr>
              <a:t>I</a:t>
            </a:r>
            <a:r>
              <a:rPr sz="2000" spc="-285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232421"/>
                </a:solidFill>
                <a:latin typeface="Arial"/>
                <a:cs typeface="Arial"/>
              </a:rPr>
              <a:t>Consume</a:t>
            </a:r>
            <a:r>
              <a:rPr sz="2000" spc="60" dirty="0">
                <a:solidFill>
                  <a:srgbClr val="0C0C0A"/>
                </a:solidFill>
                <a:latin typeface="Arial"/>
                <a:cs typeface="Arial"/>
              </a:rPr>
              <a:t>r</a:t>
            </a:r>
            <a:r>
              <a:rPr sz="2000" spc="60" dirty="0">
                <a:solidFill>
                  <a:srgbClr val="232421"/>
                </a:solidFill>
                <a:latin typeface="Arial"/>
                <a:cs typeface="Arial"/>
              </a:rPr>
              <a:t>s)</a:t>
            </a:r>
            <a:r>
              <a:rPr sz="2000" dirty="0">
                <a:solidFill>
                  <a:srgbClr val="232421"/>
                </a:solidFill>
                <a:latin typeface="Arial"/>
                <a:cs typeface="Arial"/>
              </a:rPr>
              <a:t>	</a:t>
            </a:r>
            <a:r>
              <a:rPr sz="2000" spc="-25" dirty="0">
                <a:solidFill>
                  <a:srgbClr val="BF9C66"/>
                </a:solidFill>
                <a:latin typeface="Arial"/>
                <a:cs typeface="Arial"/>
              </a:rPr>
              <a:t>/}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01019" y="5611052"/>
            <a:ext cx="1097915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spc="65" dirty="0">
                <a:solidFill>
                  <a:srgbClr val="232421"/>
                </a:solidFill>
                <a:latin typeface="Arial"/>
                <a:cs typeface="Arial"/>
              </a:rPr>
              <a:t>Con</a:t>
            </a:r>
            <a:r>
              <a:rPr sz="2250" spc="65" dirty="0">
                <a:solidFill>
                  <a:srgbClr val="0C0C0A"/>
                </a:solidFill>
                <a:latin typeface="Arial"/>
                <a:cs typeface="Arial"/>
              </a:rPr>
              <a:t>t</a:t>
            </a:r>
            <a:r>
              <a:rPr sz="2250" spc="65" dirty="0">
                <a:solidFill>
                  <a:srgbClr val="232421"/>
                </a:solidFill>
                <a:latin typeface="Arial"/>
                <a:cs typeface="Arial"/>
              </a:rPr>
              <a:t>ent</a:t>
            </a:r>
            <a:endParaRPr sz="22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37894" y="2295846"/>
            <a:ext cx="3047365" cy="71755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250" dirty="0">
                <a:solidFill>
                  <a:srgbClr val="0C0C0A"/>
                </a:solidFill>
                <a:latin typeface="Arial"/>
                <a:cs typeface="Arial"/>
              </a:rPr>
              <a:t>E</a:t>
            </a:r>
            <a:r>
              <a:rPr sz="2250" dirty="0">
                <a:solidFill>
                  <a:srgbClr val="232421"/>
                </a:solidFill>
                <a:latin typeface="Arial"/>
                <a:cs typeface="Arial"/>
              </a:rPr>
              <a:t>n</a:t>
            </a:r>
            <a:r>
              <a:rPr sz="2250" dirty="0">
                <a:solidFill>
                  <a:srgbClr val="0C0C0A"/>
                </a:solidFill>
                <a:latin typeface="Arial"/>
                <a:cs typeface="Arial"/>
              </a:rPr>
              <a:t>d</a:t>
            </a:r>
            <a:r>
              <a:rPr sz="2250" spc="55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250" spc="35" dirty="0">
                <a:solidFill>
                  <a:srgbClr val="0C0C0A"/>
                </a:solidFill>
                <a:latin typeface="Arial"/>
                <a:cs typeface="Arial"/>
              </a:rPr>
              <a:t>U</a:t>
            </a:r>
            <a:r>
              <a:rPr sz="2250" spc="35" dirty="0">
                <a:solidFill>
                  <a:srgbClr val="232421"/>
                </a:solidFill>
                <a:latin typeface="Arial"/>
                <a:cs typeface="Arial"/>
              </a:rPr>
              <a:t>sers</a:t>
            </a:r>
            <a:endParaRPr sz="225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165"/>
              </a:spcBef>
            </a:pPr>
            <a:r>
              <a:rPr sz="2000" spc="70" dirty="0">
                <a:solidFill>
                  <a:srgbClr val="232421"/>
                </a:solidFill>
                <a:latin typeface="Arial"/>
                <a:cs typeface="Arial"/>
              </a:rPr>
              <a:t>(</a:t>
            </a:r>
            <a:r>
              <a:rPr sz="2000" spc="70" dirty="0">
                <a:solidFill>
                  <a:srgbClr val="0C0C0A"/>
                </a:solidFill>
                <a:latin typeface="Arial"/>
                <a:cs typeface="Arial"/>
              </a:rPr>
              <a:t>P</a:t>
            </a:r>
            <a:r>
              <a:rPr sz="2000" spc="70" dirty="0">
                <a:solidFill>
                  <a:srgbClr val="232421"/>
                </a:solidFill>
                <a:latin typeface="Arial"/>
                <a:cs typeface="Arial"/>
              </a:rPr>
              <a:t>rospects</a:t>
            </a:r>
            <a:r>
              <a:rPr sz="2000" spc="-110" dirty="0">
                <a:solidFill>
                  <a:srgbClr val="232421"/>
                </a:solidFill>
                <a:latin typeface="Arial"/>
                <a:cs typeface="Arial"/>
              </a:rPr>
              <a:t> </a:t>
            </a:r>
            <a:r>
              <a:rPr sz="2000" spc="90" dirty="0">
                <a:solidFill>
                  <a:srgbClr val="232421"/>
                </a:solidFill>
                <a:latin typeface="Arial"/>
                <a:cs typeface="Arial"/>
              </a:rPr>
              <a:t>&amp;</a:t>
            </a:r>
            <a:r>
              <a:rPr sz="2000" spc="-190" dirty="0">
                <a:solidFill>
                  <a:srgbClr val="232421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0C0C0A"/>
                </a:solidFill>
                <a:latin typeface="Arial"/>
                <a:cs typeface="Arial"/>
              </a:rPr>
              <a:t>C</a:t>
            </a:r>
            <a:r>
              <a:rPr sz="2000" spc="65" dirty="0">
                <a:solidFill>
                  <a:srgbClr val="232421"/>
                </a:solidFill>
                <a:latin typeface="Arial"/>
                <a:cs typeface="Arial"/>
              </a:rPr>
              <a:t>ustomers)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33882" y="5789777"/>
            <a:ext cx="2418080" cy="6896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605"/>
              </a:lnSpc>
              <a:spcBef>
                <a:spcPts val="110"/>
              </a:spcBef>
            </a:pPr>
            <a:r>
              <a:rPr sz="2250" spc="70" dirty="0">
                <a:solidFill>
                  <a:srgbClr val="232421"/>
                </a:solidFill>
                <a:latin typeface="Arial"/>
                <a:cs typeface="Arial"/>
              </a:rPr>
              <a:t>Inter</a:t>
            </a:r>
            <a:r>
              <a:rPr sz="2250" spc="70" dirty="0">
                <a:solidFill>
                  <a:srgbClr val="0C0C0A"/>
                </a:solidFill>
                <a:latin typeface="Arial"/>
                <a:cs typeface="Arial"/>
              </a:rPr>
              <a:t>n</a:t>
            </a:r>
            <a:r>
              <a:rPr sz="2250" spc="70" dirty="0">
                <a:solidFill>
                  <a:srgbClr val="232421"/>
                </a:solidFill>
                <a:latin typeface="Arial"/>
                <a:cs typeface="Arial"/>
              </a:rPr>
              <a:t>a</a:t>
            </a:r>
            <a:r>
              <a:rPr sz="2250" spc="70" dirty="0">
                <a:solidFill>
                  <a:srgbClr val="0C0C0A"/>
                </a:solidFill>
                <a:latin typeface="Arial"/>
                <a:cs typeface="Arial"/>
              </a:rPr>
              <a:t>l</a:t>
            </a:r>
            <a:r>
              <a:rPr sz="2250" spc="-254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0C0C0A"/>
                </a:solidFill>
                <a:latin typeface="Arial"/>
                <a:cs typeface="Arial"/>
              </a:rPr>
              <a:t>Te</a:t>
            </a:r>
            <a:r>
              <a:rPr sz="2250" spc="-10" dirty="0">
                <a:solidFill>
                  <a:srgbClr val="232421"/>
                </a:solidFill>
                <a:latin typeface="Arial"/>
                <a:cs typeface="Arial"/>
              </a:rPr>
              <a:t>a</a:t>
            </a:r>
            <a:r>
              <a:rPr sz="2250" spc="-10" dirty="0">
                <a:solidFill>
                  <a:srgbClr val="0C0C0A"/>
                </a:solidFill>
                <a:latin typeface="Arial"/>
                <a:cs typeface="Arial"/>
              </a:rPr>
              <a:t>m</a:t>
            </a:r>
            <a:r>
              <a:rPr sz="2250" spc="-10" dirty="0">
                <a:solidFill>
                  <a:srgbClr val="232421"/>
                </a:solidFill>
                <a:latin typeface="Arial"/>
                <a:cs typeface="Arial"/>
              </a:rPr>
              <a:t>s</a:t>
            </a:r>
            <a:endParaRPr sz="2250">
              <a:latin typeface="Arial"/>
              <a:cs typeface="Arial"/>
            </a:endParaRPr>
          </a:p>
          <a:p>
            <a:pPr marL="23495">
              <a:lnSpc>
                <a:spcPts val="2605"/>
              </a:lnSpc>
            </a:pPr>
            <a:r>
              <a:rPr sz="2000" spc="60" dirty="0">
                <a:solidFill>
                  <a:srgbClr val="232421"/>
                </a:solidFill>
                <a:latin typeface="Arial"/>
                <a:cs typeface="Arial"/>
              </a:rPr>
              <a:t>(Suppo</a:t>
            </a:r>
            <a:r>
              <a:rPr sz="2000" spc="60" dirty="0">
                <a:solidFill>
                  <a:srgbClr val="0C0C0A"/>
                </a:solidFill>
                <a:latin typeface="Arial"/>
                <a:cs typeface="Arial"/>
              </a:rPr>
              <a:t>r</a:t>
            </a:r>
            <a:r>
              <a:rPr sz="2000" spc="60" dirty="0">
                <a:solidFill>
                  <a:srgbClr val="232421"/>
                </a:solidFill>
                <a:latin typeface="Arial"/>
                <a:cs typeface="Arial"/>
              </a:rPr>
              <a:t>t</a:t>
            </a:r>
            <a:r>
              <a:rPr sz="2000" spc="30" dirty="0">
                <a:solidFill>
                  <a:srgbClr val="2324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32421"/>
                </a:solidFill>
                <a:latin typeface="Arial"/>
                <a:cs typeface="Arial"/>
              </a:rPr>
              <a:t>&amp;</a:t>
            </a:r>
            <a:r>
              <a:rPr sz="2250" spc="-405" dirty="0">
                <a:solidFill>
                  <a:srgbClr val="232421"/>
                </a:solidFill>
                <a:latin typeface="Arial"/>
                <a:cs typeface="Arial"/>
              </a:rPr>
              <a:t> </a:t>
            </a:r>
            <a:r>
              <a:rPr sz="2000" spc="70" dirty="0">
                <a:solidFill>
                  <a:srgbClr val="232421"/>
                </a:solidFill>
                <a:latin typeface="Arial"/>
                <a:cs typeface="Arial"/>
              </a:rPr>
              <a:t>Product)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64161" y="6738028"/>
            <a:ext cx="13712190" cy="2244725"/>
          </a:xfrm>
          <a:prstGeom prst="rect">
            <a:avLst/>
          </a:prstGeom>
        </p:spPr>
        <p:txBody>
          <a:bodyPr vert="horz" wrap="square" lIns="0" tIns="414020" rIns="0" bIns="0" rtlCol="0">
            <a:spAutoFit/>
          </a:bodyPr>
          <a:lstStyle/>
          <a:p>
            <a:pPr marL="38735" algn="ctr">
              <a:lnSpc>
                <a:spcPct val="100000"/>
              </a:lnSpc>
              <a:spcBef>
                <a:spcPts val="3260"/>
              </a:spcBef>
            </a:pPr>
            <a:r>
              <a:rPr sz="4700" b="1" spc="-120" dirty="0">
                <a:solidFill>
                  <a:srgbClr val="0C0C0A"/>
                </a:solidFill>
                <a:latin typeface="Arial"/>
                <a:cs typeface="Arial"/>
              </a:rPr>
              <a:t>Core</a:t>
            </a:r>
            <a:r>
              <a:rPr sz="4700" b="1" spc="-459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4700" b="1" spc="-35" dirty="0">
                <a:solidFill>
                  <a:srgbClr val="0C0C0A"/>
                </a:solidFill>
                <a:latin typeface="Arial"/>
                <a:cs typeface="Arial"/>
              </a:rPr>
              <a:t>Mandate:</a:t>
            </a:r>
            <a:endParaRPr sz="4700">
              <a:latin typeface="Arial"/>
              <a:cs typeface="Arial"/>
            </a:endParaRPr>
          </a:p>
          <a:p>
            <a:pPr marL="12700" marR="5080" algn="ctr">
              <a:lnSpc>
                <a:spcPct val="101699"/>
              </a:lnSpc>
              <a:spcBef>
                <a:spcPts val="1835"/>
              </a:spcBef>
            </a:pPr>
            <a:r>
              <a:rPr sz="2800" spc="125" dirty="0">
                <a:solidFill>
                  <a:srgbClr val="0C0C0A"/>
                </a:solidFill>
                <a:latin typeface="Arial"/>
                <a:cs typeface="Arial"/>
              </a:rPr>
              <a:t>The</a:t>
            </a:r>
            <a:r>
              <a:rPr sz="2800" spc="-165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50" dirty="0">
                <a:solidFill>
                  <a:srgbClr val="232421"/>
                </a:solidFill>
                <a:latin typeface="Arial"/>
                <a:cs typeface="Arial"/>
              </a:rPr>
              <a:t>s</a:t>
            </a:r>
            <a:r>
              <a:rPr sz="2800" spc="50" dirty="0">
                <a:solidFill>
                  <a:srgbClr val="0C0C0A"/>
                </a:solidFill>
                <a:latin typeface="Arial"/>
                <a:cs typeface="Arial"/>
              </a:rPr>
              <a:t>am</a:t>
            </a:r>
            <a:r>
              <a:rPr sz="2800" spc="50" dirty="0">
                <a:solidFill>
                  <a:srgbClr val="232421"/>
                </a:solidFill>
                <a:latin typeface="Arial"/>
                <a:cs typeface="Arial"/>
              </a:rPr>
              <a:t>e</a:t>
            </a:r>
            <a:r>
              <a:rPr sz="2800" spc="-20" dirty="0">
                <a:solidFill>
                  <a:srgbClr val="232421"/>
                </a:solidFill>
                <a:latin typeface="Arial"/>
                <a:cs typeface="Arial"/>
              </a:rPr>
              <a:t> </a:t>
            </a:r>
            <a:r>
              <a:rPr sz="2800" spc="65" dirty="0">
                <a:solidFill>
                  <a:srgbClr val="0C0C0A"/>
                </a:solidFill>
                <a:latin typeface="Arial"/>
                <a:cs typeface="Arial"/>
              </a:rPr>
              <a:t>source</a:t>
            </a:r>
            <a:r>
              <a:rPr sz="2800" spc="-50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100" dirty="0">
                <a:solidFill>
                  <a:srgbClr val="0C0C0A"/>
                </a:solidFill>
                <a:latin typeface="Arial"/>
                <a:cs typeface="Arial"/>
              </a:rPr>
              <a:t>of</a:t>
            </a:r>
            <a:r>
              <a:rPr sz="2800" spc="-195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85" dirty="0">
                <a:solidFill>
                  <a:srgbClr val="0C0C0A"/>
                </a:solidFill>
                <a:latin typeface="Arial"/>
                <a:cs typeface="Arial"/>
              </a:rPr>
              <a:t>content</a:t>
            </a:r>
            <a:r>
              <a:rPr sz="2800" spc="-5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100" dirty="0">
                <a:solidFill>
                  <a:srgbClr val="0C0C0A"/>
                </a:solidFill>
                <a:latin typeface="Arial"/>
                <a:cs typeface="Arial"/>
              </a:rPr>
              <a:t>must</a:t>
            </a:r>
            <a:r>
              <a:rPr sz="2800" spc="-114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80" dirty="0">
                <a:solidFill>
                  <a:srgbClr val="0C0C0A"/>
                </a:solidFill>
                <a:latin typeface="Arial"/>
                <a:cs typeface="Arial"/>
              </a:rPr>
              <a:t>perform</a:t>
            </a:r>
            <a:r>
              <a:rPr sz="2800" spc="-90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C0C0A"/>
                </a:solidFill>
                <a:latin typeface="Arial"/>
                <a:cs typeface="Arial"/>
              </a:rPr>
              <a:t>flawlessly</a:t>
            </a:r>
            <a:r>
              <a:rPr sz="2800" spc="50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80" dirty="0">
                <a:solidFill>
                  <a:srgbClr val="0C0C0A"/>
                </a:solidFill>
                <a:latin typeface="Arial"/>
                <a:cs typeface="Arial"/>
              </a:rPr>
              <a:t>across</a:t>
            </a:r>
            <a:r>
              <a:rPr sz="2800" spc="-114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100" dirty="0">
                <a:solidFill>
                  <a:srgbClr val="0C0C0A"/>
                </a:solidFill>
                <a:latin typeface="Arial"/>
                <a:cs typeface="Arial"/>
              </a:rPr>
              <a:t>the</a:t>
            </a:r>
            <a:r>
              <a:rPr sz="2800" spc="-204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110" dirty="0">
                <a:solidFill>
                  <a:srgbClr val="0C0C0A"/>
                </a:solidFill>
                <a:latin typeface="Arial"/>
                <a:cs typeface="Arial"/>
              </a:rPr>
              <a:t>web,</a:t>
            </a:r>
            <a:r>
              <a:rPr sz="2800" spc="-210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75" dirty="0">
                <a:solidFill>
                  <a:srgbClr val="0C0C0A"/>
                </a:solidFill>
                <a:latin typeface="Arial"/>
                <a:cs typeface="Arial"/>
              </a:rPr>
              <a:t>embedded</a:t>
            </a:r>
            <a:r>
              <a:rPr sz="2800" spc="40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0C0C0A"/>
                </a:solidFill>
                <a:latin typeface="Arial"/>
                <a:cs typeface="Arial"/>
              </a:rPr>
              <a:t>UI, </a:t>
            </a:r>
            <a:r>
              <a:rPr sz="2800" spc="50" dirty="0">
                <a:solidFill>
                  <a:srgbClr val="0C0C0A"/>
                </a:solidFill>
                <a:latin typeface="Arial"/>
                <a:cs typeface="Arial"/>
              </a:rPr>
              <a:t>developer</a:t>
            </a:r>
            <a:r>
              <a:rPr sz="2800" spc="65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85" dirty="0">
                <a:solidFill>
                  <a:srgbClr val="0C0C0A"/>
                </a:solidFill>
                <a:latin typeface="Arial"/>
                <a:cs typeface="Arial"/>
              </a:rPr>
              <a:t>portals</a:t>
            </a:r>
            <a:r>
              <a:rPr sz="2800" spc="85" dirty="0">
                <a:solidFill>
                  <a:srgbClr val="232421"/>
                </a:solidFill>
                <a:latin typeface="Arial"/>
                <a:cs typeface="Arial"/>
              </a:rPr>
              <a:t>,</a:t>
            </a:r>
            <a:r>
              <a:rPr sz="2800" spc="-310" dirty="0">
                <a:solidFill>
                  <a:srgbClr val="232421"/>
                </a:solidFill>
                <a:latin typeface="Arial"/>
                <a:cs typeface="Arial"/>
              </a:rPr>
              <a:t> </a:t>
            </a:r>
            <a:r>
              <a:rPr sz="2800" spc="105" dirty="0">
                <a:solidFill>
                  <a:srgbClr val="0C0C0A"/>
                </a:solidFill>
                <a:latin typeface="Arial"/>
                <a:cs typeface="Arial"/>
              </a:rPr>
              <a:t>and</a:t>
            </a:r>
            <a:r>
              <a:rPr sz="2800" spc="-180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70" dirty="0">
                <a:solidFill>
                  <a:srgbClr val="0C0C0A"/>
                </a:solidFill>
                <a:latin typeface="Arial"/>
                <a:cs typeface="Arial"/>
              </a:rPr>
              <a:t>Al-</a:t>
            </a:r>
            <a:r>
              <a:rPr sz="2800" spc="85" dirty="0">
                <a:solidFill>
                  <a:srgbClr val="0C0C0A"/>
                </a:solidFill>
                <a:latin typeface="Arial"/>
                <a:cs typeface="Arial"/>
              </a:rPr>
              <a:t>driven</a:t>
            </a:r>
            <a:r>
              <a:rPr sz="2800" spc="-160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185" dirty="0">
                <a:solidFill>
                  <a:srgbClr val="0C0C0A"/>
                </a:solidFill>
                <a:latin typeface="Arial"/>
                <a:cs typeface="Arial"/>
              </a:rPr>
              <a:t>assistants-</a:t>
            </a:r>
            <a:r>
              <a:rPr sz="2800" spc="195" dirty="0">
                <a:solidFill>
                  <a:srgbClr val="0C0C0A"/>
                </a:solidFill>
                <a:latin typeface="Arial"/>
                <a:cs typeface="Arial"/>
              </a:rPr>
              <a:t>without</a:t>
            </a:r>
            <a:r>
              <a:rPr sz="2800" spc="-235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60" dirty="0">
                <a:solidFill>
                  <a:srgbClr val="0C0C0A"/>
                </a:solidFill>
                <a:latin typeface="Arial"/>
                <a:cs typeface="Arial"/>
              </a:rPr>
              <a:t>fragmentation</a:t>
            </a:r>
            <a:r>
              <a:rPr sz="2800" spc="145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100" dirty="0">
                <a:solidFill>
                  <a:srgbClr val="0C0C0A"/>
                </a:solidFill>
                <a:latin typeface="Arial"/>
                <a:cs typeface="Arial"/>
              </a:rPr>
              <a:t>or</a:t>
            </a:r>
            <a:r>
              <a:rPr sz="2800" spc="-245" dirty="0">
                <a:solidFill>
                  <a:srgbClr val="0C0C0A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C0C0A"/>
                </a:solidFill>
                <a:latin typeface="Arial"/>
                <a:cs typeface="Arial"/>
              </a:rPr>
              <a:t>reauthoring.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5107" y="1481137"/>
            <a:ext cx="7050405" cy="6536690"/>
            <a:chOff x="9145107" y="1481137"/>
            <a:chExt cx="7050405" cy="65366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5107" y="1481137"/>
              <a:ext cx="7030779" cy="653626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188625" y="6996110"/>
              <a:ext cx="0" cy="587375"/>
            </a:xfrm>
            <a:custGeom>
              <a:avLst/>
              <a:gdLst/>
              <a:ahLst/>
              <a:cxnLst/>
              <a:rect l="l" t="t" r="r" b="b"/>
              <a:pathLst>
                <a:path h="587375">
                  <a:moveTo>
                    <a:pt x="0" y="587242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6303256" y="5923754"/>
            <a:ext cx="0" cy="612775"/>
          </a:xfrm>
          <a:custGeom>
            <a:avLst/>
            <a:gdLst/>
            <a:ahLst/>
            <a:cxnLst/>
            <a:rect l="l" t="t" r="r" b="b"/>
            <a:pathLst>
              <a:path h="612775">
                <a:moveTo>
                  <a:pt x="0" y="61277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889762" y="1417306"/>
            <a:ext cx="1095375" cy="0"/>
          </a:xfrm>
          <a:custGeom>
            <a:avLst/>
            <a:gdLst/>
            <a:ahLst/>
            <a:cxnLst/>
            <a:rect l="l" t="t" r="r" b="b"/>
            <a:pathLst>
              <a:path w="1095375">
                <a:moveTo>
                  <a:pt x="0" y="0"/>
                </a:moveTo>
                <a:lnTo>
                  <a:pt x="109537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71675" y="670554"/>
            <a:ext cx="7559040" cy="12795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5080" indent="7620">
              <a:lnSpc>
                <a:spcPts val="4620"/>
              </a:lnSpc>
              <a:spcBef>
                <a:spcPts val="775"/>
              </a:spcBef>
            </a:pPr>
            <a:r>
              <a:rPr sz="4350" spc="-90" dirty="0">
                <a:solidFill>
                  <a:srgbClr val="11110F"/>
                </a:solidFill>
              </a:rPr>
              <a:t>The</a:t>
            </a:r>
            <a:r>
              <a:rPr sz="4350" spc="-560" dirty="0">
                <a:solidFill>
                  <a:srgbClr val="11110F"/>
                </a:solidFill>
              </a:rPr>
              <a:t> </a:t>
            </a:r>
            <a:r>
              <a:rPr sz="4350" spc="-120" dirty="0">
                <a:solidFill>
                  <a:srgbClr val="11110F"/>
                </a:solidFill>
              </a:rPr>
              <a:t>metrics</a:t>
            </a:r>
            <a:r>
              <a:rPr sz="4350" spc="-415" dirty="0">
                <a:solidFill>
                  <a:srgbClr val="11110F"/>
                </a:solidFill>
              </a:rPr>
              <a:t> </a:t>
            </a:r>
            <a:r>
              <a:rPr sz="4350" spc="-10" dirty="0">
                <a:solidFill>
                  <a:srgbClr val="11110F"/>
                </a:solidFill>
              </a:rPr>
              <a:t>we</a:t>
            </a:r>
            <a:r>
              <a:rPr sz="4350" spc="-785" dirty="0">
                <a:solidFill>
                  <a:srgbClr val="11110F"/>
                </a:solidFill>
              </a:rPr>
              <a:t> </a:t>
            </a:r>
            <a:r>
              <a:rPr sz="4350" spc="-165" dirty="0">
                <a:solidFill>
                  <a:srgbClr val="11110F"/>
                </a:solidFill>
              </a:rPr>
              <a:t>used</a:t>
            </a:r>
            <a:r>
              <a:rPr sz="4350" spc="-365" dirty="0">
                <a:solidFill>
                  <a:srgbClr val="11110F"/>
                </a:solidFill>
              </a:rPr>
              <a:t> </a:t>
            </a:r>
            <a:r>
              <a:rPr sz="4350" dirty="0">
                <a:solidFill>
                  <a:srgbClr val="11110F"/>
                </a:solidFill>
              </a:rPr>
              <a:t>to</a:t>
            </a:r>
            <a:r>
              <a:rPr sz="4350" spc="-630" dirty="0">
                <a:solidFill>
                  <a:srgbClr val="11110F"/>
                </a:solidFill>
              </a:rPr>
              <a:t> </a:t>
            </a:r>
            <a:r>
              <a:rPr sz="4350" spc="-20" dirty="0">
                <a:solidFill>
                  <a:srgbClr val="11110F"/>
                </a:solidFill>
              </a:rPr>
              <a:t>trust </a:t>
            </a:r>
            <a:r>
              <a:rPr sz="4350" spc="-100" dirty="0">
                <a:solidFill>
                  <a:srgbClr val="11110F"/>
                </a:solidFill>
              </a:rPr>
              <a:t>are</a:t>
            </a:r>
            <a:r>
              <a:rPr sz="4350" spc="-500" dirty="0">
                <a:solidFill>
                  <a:srgbClr val="11110F"/>
                </a:solidFill>
              </a:rPr>
              <a:t> </a:t>
            </a:r>
            <a:r>
              <a:rPr sz="4350" spc="-210" dirty="0">
                <a:solidFill>
                  <a:srgbClr val="11110F"/>
                </a:solidFill>
              </a:rPr>
              <a:t>now</a:t>
            </a:r>
            <a:r>
              <a:rPr sz="4350" spc="-254" dirty="0">
                <a:solidFill>
                  <a:srgbClr val="11110F"/>
                </a:solidFill>
              </a:rPr>
              <a:t> </a:t>
            </a:r>
            <a:r>
              <a:rPr sz="4350" spc="-220" dirty="0">
                <a:solidFill>
                  <a:srgbClr val="11110F"/>
                </a:solidFill>
              </a:rPr>
              <a:t>just</a:t>
            </a:r>
            <a:r>
              <a:rPr sz="4350" spc="-360" dirty="0">
                <a:solidFill>
                  <a:srgbClr val="11110F"/>
                </a:solidFill>
              </a:rPr>
              <a:t> </a:t>
            </a:r>
            <a:r>
              <a:rPr sz="4350" spc="-180" dirty="0">
                <a:solidFill>
                  <a:srgbClr val="11110F"/>
                </a:solidFill>
              </a:rPr>
              <a:t>secondary</a:t>
            </a:r>
            <a:r>
              <a:rPr sz="4350" spc="-305" dirty="0">
                <a:solidFill>
                  <a:srgbClr val="11110F"/>
                </a:solidFill>
              </a:rPr>
              <a:t> </a:t>
            </a:r>
            <a:r>
              <a:rPr sz="4350" spc="-225" dirty="0">
                <a:solidFill>
                  <a:srgbClr val="11110F"/>
                </a:solidFill>
              </a:rPr>
              <a:t>signals.</a:t>
            </a:r>
            <a:endParaRPr sz="435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/>
              <a:t>Page</a:t>
            </a:r>
            <a:r>
              <a:rPr spc="65" dirty="0"/>
              <a:t> </a:t>
            </a:r>
            <a:r>
              <a:rPr dirty="0"/>
              <a:t>Views</a:t>
            </a:r>
            <a:r>
              <a:rPr spc="15" dirty="0"/>
              <a:t> </a:t>
            </a:r>
            <a:r>
              <a:rPr dirty="0"/>
              <a:t>measure</a:t>
            </a:r>
            <a:r>
              <a:rPr spc="60" dirty="0"/>
              <a:t> </a:t>
            </a:r>
            <a:r>
              <a:rPr spc="80" dirty="0"/>
              <a:t>traffic,</a:t>
            </a:r>
            <a:r>
              <a:rPr spc="-65" dirty="0"/>
              <a:t> </a:t>
            </a:r>
            <a:r>
              <a:rPr spc="90" dirty="0"/>
              <a:t>not</a:t>
            </a:r>
            <a:r>
              <a:rPr spc="-10" dirty="0"/>
              <a:t> </a:t>
            </a:r>
            <a:r>
              <a:rPr spc="55" dirty="0"/>
              <a:t>effectiveness</a:t>
            </a:r>
            <a:r>
              <a:rPr spc="55" dirty="0">
                <a:solidFill>
                  <a:srgbClr val="2D2D2A"/>
                </a:solidFill>
              </a:rPr>
              <a:t>.</a:t>
            </a:r>
          </a:p>
          <a:p>
            <a:pPr marL="41275" marR="30480" indent="-3175">
              <a:lnSpc>
                <a:spcPct val="103099"/>
              </a:lnSpc>
            </a:pPr>
            <a:r>
              <a:rPr dirty="0"/>
              <a:t>A</a:t>
            </a:r>
            <a:r>
              <a:rPr spc="25" dirty="0"/>
              <a:t> </a:t>
            </a:r>
            <a:r>
              <a:rPr spc="100" dirty="0"/>
              <a:t>high-</a:t>
            </a:r>
            <a:r>
              <a:rPr spc="80" dirty="0"/>
              <a:t>traffic</a:t>
            </a:r>
            <a:r>
              <a:rPr spc="135" dirty="0"/>
              <a:t> </a:t>
            </a:r>
            <a:r>
              <a:rPr dirty="0"/>
              <a:t>page</a:t>
            </a:r>
            <a:r>
              <a:rPr spc="70" dirty="0"/>
              <a:t> could</a:t>
            </a:r>
            <a:r>
              <a:rPr spc="-10" dirty="0"/>
              <a:t> </a:t>
            </a:r>
            <a:r>
              <a:rPr dirty="0"/>
              <a:t>simply</a:t>
            </a:r>
            <a:r>
              <a:rPr spc="85" dirty="0"/>
              <a:t> </a:t>
            </a:r>
            <a:r>
              <a:rPr dirty="0"/>
              <a:t>mean</a:t>
            </a:r>
            <a:r>
              <a:rPr spc="55" dirty="0"/>
              <a:t> </a:t>
            </a:r>
            <a:r>
              <a:rPr dirty="0"/>
              <a:t>the</a:t>
            </a:r>
            <a:r>
              <a:rPr spc="150" dirty="0"/>
              <a:t> </a:t>
            </a:r>
            <a:r>
              <a:rPr spc="70" dirty="0"/>
              <a:t>product </a:t>
            </a:r>
            <a:r>
              <a:rPr spc="90" dirty="0"/>
              <a:t>is</a:t>
            </a:r>
            <a:r>
              <a:rPr spc="-210" dirty="0"/>
              <a:t> </a:t>
            </a:r>
            <a:r>
              <a:rPr spc="60" dirty="0"/>
              <a:t>confusing</a:t>
            </a:r>
            <a:r>
              <a:rPr sz="1725" spc="89" baseline="-24154" dirty="0">
                <a:latin typeface="Times New Roman"/>
                <a:cs typeface="Times New Roman"/>
              </a:rPr>
              <a:t>1</a:t>
            </a:r>
            <a:r>
              <a:rPr sz="1725" spc="742" baseline="-24154" dirty="0">
                <a:latin typeface="Times New Roman"/>
                <a:cs typeface="Times New Roman"/>
              </a:rPr>
              <a:t> </a:t>
            </a:r>
            <a:r>
              <a:rPr sz="2600" spc="90" dirty="0"/>
              <a:t>not</a:t>
            </a:r>
            <a:r>
              <a:rPr sz="2600" spc="-120" dirty="0"/>
              <a:t> </a:t>
            </a:r>
            <a:r>
              <a:rPr sz="2600" spc="90" dirty="0"/>
              <a:t>that</a:t>
            </a:r>
            <a:r>
              <a:rPr sz="2600" spc="30" dirty="0"/>
              <a:t> </a:t>
            </a:r>
            <a:r>
              <a:rPr sz="2600" spc="105" dirty="0"/>
              <a:t>the</a:t>
            </a:r>
            <a:r>
              <a:rPr sz="2600" spc="-125" dirty="0"/>
              <a:t> </a:t>
            </a:r>
            <a:r>
              <a:rPr sz="2600" spc="45" dirty="0"/>
              <a:t>documentation</a:t>
            </a:r>
            <a:r>
              <a:rPr sz="2600" spc="175" dirty="0"/>
              <a:t> </a:t>
            </a:r>
            <a:r>
              <a:rPr sz="2600" spc="90" dirty="0"/>
              <a:t>is</a:t>
            </a:r>
            <a:r>
              <a:rPr sz="2600" spc="-175" dirty="0"/>
              <a:t> </a:t>
            </a:r>
            <a:r>
              <a:rPr sz="2600" spc="45" dirty="0"/>
              <a:t>helpful.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600">
              <a:latin typeface="Times New Roman"/>
              <a:cs typeface="Times New Roman"/>
            </a:endParaRPr>
          </a:p>
          <a:p>
            <a:pPr marL="38735" marR="1082675" indent="-1270" algn="just">
              <a:lnSpc>
                <a:spcPct val="103099"/>
              </a:lnSpc>
            </a:pPr>
            <a:r>
              <a:rPr dirty="0"/>
              <a:t>Page-level</a:t>
            </a:r>
            <a:r>
              <a:rPr spc="360" dirty="0"/>
              <a:t> </a:t>
            </a:r>
            <a:r>
              <a:rPr dirty="0"/>
              <a:t>ranking</a:t>
            </a:r>
            <a:r>
              <a:rPr spc="135" dirty="0"/>
              <a:t> </a:t>
            </a:r>
            <a:r>
              <a:rPr spc="90" dirty="0"/>
              <a:t>is</a:t>
            </a:r>
            <a:r>
              <a:rPr spc="5" dirty="0"/>
              <a:t> </a:t>
            </a:r>
            <a:r>
              <a:rPr dirty="0"/>
              <a:t>less</a:t>
            </a:r>
            <a:r>
              <a:rPr spc="75" dirty="0"/>
              <a:t> </a:t>
            </a:r>
            <a:r>
              <a:rPr dirty="0"/>
              <a:t>meaningful</a:t>
            </a:r>
            <a:r>
              <a:rPr spc="280" dirty="0"/>
              <a:t> </a:t>
            </a:r>
            <a:r>
              <a:rPr spc="65" dirty="0"/>
              <a:t>when </a:t>
            </a:r>
            <a:r>
              <a:rPr dirty="0"/>
              <a:t>answers</a:t>
            </a:r>
            <a:r>
              <a:rPr spc="114" dirty="0"/>
              <a:t> </a:t>
            </a:r>
            <a:r>
              <a:rPr dirty="0"/>
              <a:t>are</a:t>
            </a:r>
            <a:r>
              <a:rPr spc="65" dirty="0"/>
              <a:t> </a:t>
            </a:r>
            <a:r>
              <a:rPr dirty="0"/>
              <a:t>delivered</a:t>
            </a:r>
            <a:r>
              <a:rPr spc="145" dirty="0"/>
              <a:t> </a:t>
            </a:r>
            <a:r>
              <a:rPr spc="110" dirty="0"/>
              <a:t>by</a:t>
            </a:r>
            <a:r>
              <a:rPr spc="10" dirty="0"/>
              <a:t> </a:t>
            </a:r>
            <a:r>
              <a:rPr spc="65" dirty="0"/>
              <a:t>in</a:t>
            </a:r>
            <a:r>
              <a:rPr spc="65" dirty="0">
                <a:solidFill>
                  <a:srgbClr val="2D2D2A"/>
                </a:solidFill>
              </a:rPr>
              <a:t>-</a:t>
            </a:r>
            <a:r>
              <a:rPr spc="85" dirty="0"/>
              <a:t>product</a:t>
            </a:r>
            <a:r>
              <a:rPr spc="229" dirty="0"/>
              <a:t> </a:t>
            </a:r>
            <a:r>
              <a:rPr spc="120" dirty="0"/>
              <a:t>bots</a:t>
            </a:r>
            <a:r>
              <a:rPr spc="-55" dirty="0"/>
              <a:t> </a:t>
            </a:r>
            <a:r>
              <a:rPr spc="75" dirty="0"/>
              <a:t>or </a:t>
            </a:r>
            <a:r>
              <a:rPr dirty="0"/>
              <a:t>assistants</a:t>
            </a:r>
            <a:r>
              <a:rPr spc="160" dirty="0"/>
              <a:t> </a:t>
            </a:r>
            <a:r>
              <a:rPr spc="70" dirty="0"/>
              <a:t>that</a:t>
            </a:r>
            <a:r>
              <a:rPr spc="125" dirty="0"/>
              <a:t> </a:t>
            </a:r>
            <a:r>
              <a:rPr dirty="0"/>
              <a:t>never</a:t>
            </a:r>
            <a:r>
              <a:rPr spc="75" dirty="0"/>
              <a:t> </a:t>
            </a:r>
            <a:r>
              <a:rPr spc="80" dirty="0"/>
              <a:t>"view</a:t>
            </a:r>
            <a:r>
              <a:rPr spc="9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page</a:t>
            </a:r>
            <a:r>
              <a:rPr spc="-10" dirty="0">
                <a:solidFill>
                  <a:srgbClr val="2D2D2A"/>
                </a:solidFill>
              </a:rPr>
              <a:t>.</a:t>
            </a:r>
            <a:r>
              <a:rPr spc="-10" dirty="0"/>
              <a:t>"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4910" y="5457857"/>
            <a:ext cx="6843395" cy="21285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600" spc="55" dirty="0">
                <a:solidFill>
                  <a:srgbClr val="11110F"/>
                </a:solidFill>
                <a:latin typeface="Arial"/>
                <a:cs typeface="Arial"/>
              </a:rPr>
              <a:t>What</a:t>
            </a:r>
            <a:r>
              <a:rPr sz="2600" spc="1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srgbClr val="11110F"/>
                </a:solidFill>
                <a:latin typeface="Arial"/>
                <a:cs typeface="Arial"/>
              </a:rPr>
              <a:t>they</a:t>
            </a:r>
            <a:r>
              <a:rPr sz="2600" spc="7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750" i="1" dirty="0">
                <a:solidFill>
                  <a:srgbClr val="11110F"/>
                </a:solidFill>
                <a:latin typeface="Arial"/>
                <a:cs typeface="Arial"/>
              </a:rPr>
              <a:t>don</a:t>
            </a:r>
            <a:r>
              <a:rPr sz="2750" i="1" dirty="0">
                <a:solidFill>
                  <a:srgbClr val="2D2D2A"/>
                </a:solidFill>
                <a:latin typeface="Arial"/>
                <a:cs typeface="Arial"/>
              </a:rPr>
              <a:t>'</a:t>
            </a:r>
            <a:r>
              <a:rPr sz="2750" i="1" dirty="0">
                <a:solidFill>
                  <a:srgbClr val="11110F"/>
                </a:solidFill>
                <a:latin typeface="Arial"/>
                <a:cs typeface="Arial"/>
              </a:rPr>
              <a:t>t</a:t>
            </a:r>
            <a:r>
              <a:rPr sz="2750" i="1" spc="1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85" dirty="0">
                <a:solidFill>
                  <a:srgbClr val="11110F"/>
                </a:solidFill>
                <a:latin typeface="Arial"/>
                <a:cs typeface="Arial"/>
              </a:rPr>
              <a:t>tell</a:t>
            </a:r>
            <a:r>
              <a:rPr sz="2600" spc="-6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45" dirty="0">
                <a:solidFill>
                  <a:srgbClr val="11110F"/>
                </a:solidFill>
                <a:latin typeface="Arial"/>
                <a:cs typeface="Arial"/>
              </a:rPr>
              <a:t>you:</a:t>
            </a:r>
            <a:endParaRPr sz="2600">
              <a:latin typeface="Arial"/>
              <a:cs typeface="Arial"/>
            </a:endParaRPr>
          </a:p>
          <a:p>
            <a:pPr marL="449580" indent="-285115">
              <a:lnSpc>
                <a:spcPct val="100000"/>
              </a:lnSpc>
              <a:spcBef>
                <a:spcPts val="165"/>
              </a:spcBef>
              <a:buChar char="•"/>
              <a:tabLst>
                <a:tab pos="449580" algn="l"/>
              </a:tabLst>
            </a:pPr>
            <a:r>
              <a:rPr sz="2600" spc="70" dirty="0">
                <a:solidFill>
                  <a:srgbClr val="11110F"/>
                </a:solidFill>
                <a:latin typeface="Arial"/>
                <a:cs typeface="Arial"/>
              </a:rPr>
              <a:t>Did</a:t>
            </a:r>
            <a:r>
              <a:rPr sz="2600" spc="-4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55" dirty="0">
                <a:solidFill>
                  <a:srgbClr val="11110F"/>
                </a:solidFill>
                <a:latin typeface="Arial"/>
                <a:cs typeface="Arial"/>
              </a:rPr>
              <a:t>the</a:t>
            </a:r>
            <a:r>
              <a:rPr sz="2600" spc="17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105" dirty="0">
                <a:solidFill>
                  <a:srgbClr val="11110F"/>
                </a:solidFill>
                <a:latin typeface="Arial"/>
                <a:cs typeface="Arial"/>
              </a:rPr>
              <a:t>content</a:t>
            </a:r>
            <a:r>
              <a:rPr sz="2600" spc="9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55" dirty="0">
                <a:solidFill>
                  <a:srgbClr val="11110F"/>
                </a:solidFill>
                <a:latin typeface="Arial"/>
                <a:cs typeface="Arial"/>
              </a:rPr>
              <a:t>solve</a:t>
            </a:r>
            <a:r>
              <a:rPr sz="2600" spc="-9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1110F"/>
                </a:solidFill>
                <a:latin typeface="Arial"/>
                <a:cs typeface="Arial"/>
              </a:rPr>
              <a:t>the</a:t>
            </a:r>
            <a:r>
              <a:rPr sz="2600" spc="25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1110F"/>
                </a:solidFill>
                <a:latin typeface="Arial"/>
                <a:cs typeface="Arial"/>
              </a:rPr>
              <a:t>user's</a:t>
            </a:r>
            <a:r>
              <a:rPr sz="2600" spc="1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11110F"/>
                </a:solidFill>
                <a:latin typeface="Arial"/>
                <a:cs typeface="Arial"/>
              </a:rPr>
              <a:t>problem?</a:t>
            </a:r>
            <a:endParaRPr sz="2600">
              <a:latin typeface="Arial"/>
              <a:cs typeface="Arial"/>
            </a:endParaRPr>
          </a:p>
          <a:p>
            <a:pPr marL="445134" indent="-280670">
              <a:lnSpc>
                <a:spcPct val="100000"/>
              </a:lnSpc>
              <a:spcBef>
                <a:spcPts val="195"/>
              </a:spcBef>
              <a:buChar char="•"/>
              <a:tabLst>
                <a:tab pos="445134" algn="l"/>
              </a:tabLst>
            </a:pPr>
            <a:r>
              <a:rPr sz="2600" dirty="0">
                <a:solidFill>
                  <a:srgbClr val="11110F"/>
                </a:solidFill>
                <a:latin typeface="Arial"/>
                <a:cs typeface="Arial"/>
              </a:rPr>
              <a:t>Was</a:t>
            </a:r>
            <a:r>
              <a:rPr sz="2600" spc="-7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1110F"/>
                </a:solidFill>
                <a:latin typeface="Arial"/>
                <a:cs typeface="Arial"/>
              </a:rPr>
              <a:t>the</a:t>
            </a:r>
            <a:r>
              <a:rPr sz="2600" spc="229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11110F"/>
                </a:solidFill>
                <a:latin typeface="Arial"/>
                <a:cs typeface="Arial"/>
              </a:rPr>
              <a:t>information</a:t>
            </a:r>
            <a:r>
              <a:rPr sz="2600" spc="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65" dirty="0">
                <a:solidFill>
                  <a:srgbClr val="11110F"/>
                </a:solidFill>
                <a:latin typeface="Arial"/>
                <a:cs typeface="Arial"/>
              </a:rPr>
              <a:t>correct?</a:t>
            </a:r>
            <a:endParaRPr sz="2600">
              <a:latin typeface="Arial"/>
              <a:cs typeface="Arial"/>
            </a:endParaRPr>
          </a:p>
          <a:p>
            <a:pPr marL="449580" indent="-285115">
              <a:lnSpc>
                <a:spcPct val="100000"/>
              </a:lnSpc>
              <a:spcBef>
                <a:spcPts val="200"/>
              </a:spcBef>
              <a:buChar char="•"/>
              <a:tabLst>
                <a:tab pos="449580" algn="l"/>
              </a:tabLst>
            </a:pPr>
            <a:r>
              <a:rPr sz="2600" spc="70" dirty="0">
                <a:solidFill>
                  <a:srgbClr val="11110F"/>
                </a:solidFill>
                <a:latin typeface="Arial"/>
                <a:cs typeface="Arial"/>
              </a:rPr>
              <a:t>Did</a:t>
            </a:r>
            <a:r>
              <a:rPr sz="2600" spc="-9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55" dirty="0">
                <a:solidFill>
                  <a:srgbClr val="11110F"/>
                </a:solidFill>
                <a:latin typeface="Arial"/>
                <a:cs typeface="Arial"/>
              </a:rPr>
              <a:t>the</a:t>
            </a:r>
            <a:r>
              <a:rPr sz="2600" spc="22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70" dirty="0">
                <a:solidFill>
                  <a:srgbClr val="11110F"/>
                </a:solidFill>
                <a:latin typeface="Arial"/>
                <a:cs typeface="Arial"/>
              </a:rPr>
              <a:t>structure</a:t>
            </a:r>
            <a:r>
              <a:rPr sz="2600" spc="7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95" dirty="0">
                <a:solidFill>
                  <a:srgbClr val="11110F"/>
                </a:solidFill>
                <a:latin typeface="Arial"/>
                <a:cs typeface="Arial"/>
              </a:rPr>
              <a:t>support</a:t>
            </a:r>
            <a:r>
              <a:rPr sz="2600" spc="2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90" dirty="0">
                <a:solidFill>
                  <a:srgbClr val="11110F"/>
                </a:solidFill>
                <a:latin typeface="Arial"/>
                <a:cs typeface="Arial"/>
              </a:rPr>
              <a:t>Al</a:t>
            </a:r>
            <a:r>
              <a:rPr sz="2600" spc="-8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-10" dirty="0">
                <a:solidFill>
                  <a:srgbClr val="11110F"/>
                </a:solidFill>
                <a:latin typeface="Arial"/>
                <a:cs typeface="Arial"/>
              </a:rPr>
              <a:t>reuse?</a:t>
            </a:r>
            <a:endParaRPr sz="2600">
              <a:latin typeface="Arial"/>
              <a:cs typeface="Arial"/>
            </a:endParaRPr>
          </a:p>
          <a:p>
            <a:pPr marL="449580" indent="-285115">
              <a:lnSpc>
                <a:spcPct val="100000"/>
              </a:lnSpc>
              <a:spcBef>
                <a:spcPts val="195"/>
              </a:spcBef>
              <a:buChar char="•"/>
              <a:tabLst>
                <a:tab pos="449580" algn="l"/>
              </a:tabLst>
            </a:pPr>
            <a:r>
              <a:rPr sz="2600" spc="70" dirty="0">
                <a:solidFill>
                  <a:srgbClr val="11110F"/>
                </a:solidFill>
                <a:latin typeface="Arial"/>
                <a:cs typeface="Arial"/>
              </a:rPr>
              <a:t>Did</a:t>
            </a:r>
            <a:r>
              <a:rPr sz="2600" spc="-11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11110F"/>
                </a:solidFill>
                <a:latin typeface="Arial"/>
                <a:cs typeface="Arial"/>
              </a:rPr>
              <a:t>it</a:t>
            </a:r>
            <a:r>
              <a:rPr sz="2600" spc="23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75" dirty="0">
                <a:solidFill>
                  <a:srgbClr val="11110F"/>
                </a:solidFill>
                <a:latin typeface="Arial"/>
                <a:cs typeface="Arial"/>
              </a:rPr>
              <a:t>reduce</a:t>
            </a:r>
            <a:r>
              <a:rPr sz="2600" spc="-3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50" dirty="0">
                <a:solidFill>
                  <a:srgbClr val="11110F"/>
                </a:solidFill>
                <a:latin typeface="Arial"/>
                <a:cs typeface="Arial"/>
              </a:rPr>
              <a:t>business</a:t>
            </a:r>
            <a:r>
              <a:rPr sz="2600" spc="10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600" spc="45" dirty="0">
                <a:solidFill>
                  <a:srgbClr val="11110F"/>
                </a:solidFill>
                <a:latin typeface="Arial"/>
                <a:cs typeface="Arial"/>
              </a:rPr>
              <a:t>costs?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34232" y="6364254"/>
            <a:ext cx="476250" cy="799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50" i="1" spc="114" dirty="0">
                <a:solidFill>
                  <a:srgbClr val="999A97"/>
                </a:solidFill>
                <a:latin typeface="Arial"/>
                <a:cs typeface="Arial"/>
              </a:rPr>
              <a:t>V</a:t>
            </a:r>
            <a:endParaRPr sz="5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0477" y="8221729"/>
            <a:ext cx="14078585" cy="9067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0955" marR="5080" indent="-8890">
              <a:lnSpc>
                <a:spcPts val="3320"/>
              </a:lnSpc>
              <a:spcBef>
                <a:spcPts val="459"/>
              </a:spcBef>
            </a:pPr>
            <a:r>
              <a:rPr sz="3000" b="1" spc="-100" dirty="0">
                <a:solidFill>
                  <a:srgbClr val="11110F"/>
                </a:solidFill>
                <a:latin typeface="Arial"/>
                <a:cs typeface="Arial"/>
              </a:rPr>
              <a:t>The</a:t>
            </a:r>
            <a:r>
              <a:rPr sz="3000" b="1" spc="-32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b="1" spc="-135" dirty="0">
                <a:solidFill>
                  <a:srgbClr val="11110F"/>
                </a:solidFill>
                <a:latin typeface="Arial"/>
                <a:cs typeface="Arial"/>
              </a:rPr>
              <a:t>New</a:t>
            </a:r>
            <a:r>
              <a:rPr sz="3000" b="1" spc="-190" dirty="0">
                <a:solidFill>
                  <a:srgbClr val="11110F"/>
                </a:solidFill>
                <a:latin typeface="Arial"/>
                <a:cs typeface="Arial"/>
              </a:rPr>
              <a:t> Role</a:t>
            </a:r>
            <a:r>
              <a:rPr sz="3000" b="1" spc="-20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b="1" spc="-130" dirty="0">
                <a:solidFill>
                  <a:srgbClr val="11110F"/>
                </a:solidFill>
                <a:latin typeface="Arial"/>
                <a:cs typeface="Arial"/>
              </a:rPr>
              <a:t>for</a:t>
            </a:r>
            <a:r>
              <a:rPr sz="3000" b="1" spc="-22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b="1" spc="-145" dirty="0">
                <a:solidFill>
                  <a:srgbClr val="11110F"/>
                </a:solidFill>
                <a:latin typeface="Arial"/>
                <a:cs typeface="Arial"/>
              </a:rPr>
              <a:t>Old</a:t>
            </a:r>
            <a:r>
              <a:rPr sz="3000" b="1" spc="-39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b="1" spc="-110" dirty="0">
                <a:solidFill>
                  <a:srgbClr val="11110F"/>
                </a:solidFill>
                <a:latin typeface="Arial"/>
                <a:cs typeface="Arial"/>
              </a:rPr>
              <a:t>Metrics:</a:t>
            </a:r>
            <a:r>
              <a:rPr sz="3000" b="1" spc="-254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105" dirty="0">
                <a:solidFill>
                  <a:srgbClr val="11110F"/>
                </a:solidFill>
                <a:latin typeface="Arial"/>
                <a:cs typeface="Arial"/>
              </a:rPr>
              <a:t>They</a:t>
            </a:r>
            <a:r>
              <a:rPr sz="3000" spc="-9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70" dirty="0">
                <a:solidFill>
                  <a:srgbClr val="11110F"/>
                </a:solidFill>
                <a:latin typeface="Arial"/>
                <a:cs typeface="Arial"/>
              </a:rPr>
              <a:t>are</a:t>
            </a:r>
            <a:r>
              <a:rPr sz="3000" spc="-24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60" dirty="0">
                <a:solidFill>
                  <a:srgbClr val="11110F"/>
                </a:solidFill>
                <a:latin typeface="Arial"/>
                <a:cs typeface="Arial"/>
              </a:rPr>
              <a:t>useful</a:t>
            </a:r>
            <a:r>
              <a:rPr sz="300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120" dirty="0">
                <a:solidFill>
                  <a:srgbClr val="11110F"/>
                </a:solidFill>
                <a:latin typeface="Arial"/>
                <a:cs typeface="Arial"/>
              </a:rPr>
              <a:t>as</a:t>
            </a:r>
            <a:r>
              <a:rPr sz="3000" spc="-25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750" i="1" dirty="0">
                <a:solidFill>
                  <a:srgbClr val="11110F"/>
                </a:solidFill>
                <a:latin typeface="Arial"/>
                <a:cs typeface="Arial"/>
              </a:rPr>
              <a:t>signal</a:t>
            </a:r>
            <a:r>
              <a:rPr sz="2750" i="1" spc="4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2750" i="1" spc="55" dirty="0">
                <a:solidFill>
                  <a:srgbClr val="11110F"/>
                </a:solidFill>
                <a:latin typeface="Arial"/>
                <a:cs typeface="Arial"/>
              </a:rPr>
              <a:t>indicators</a:t>
            </a:r>
            <a:r>
              <a:rPr sz="2750" i="1" spc="14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125" dirty="0">
                <a:solidFill>
                  <a:srgbClr val="11110F"/>
                </a:solidFill>
                <a:latin typeface="Arial"/>
                <a:cs typeface="Arial"/>
              </a:rPr>
              <a:t>(e.g.,</a:t>
            </a:r>
            <a:r>
              <a:rPr sz="3000" spc="-16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11110F"/>
                </a:solidFill>
                <a:latin typeface="Arial"/>
                <a:cs typeface="Arial"/>
              </a:rPr>
              <a:t>a</a:t>
            </a:r>
            <a:r>
              <a:rPr sz="3000" spc="-20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95" dirty="0">
                <a:solidFill>
                  <a:srgbClr val="11110F"/>
                </a:solidFill>
                <a:latin typeface="Arial"/>
                <a:cs typeface="Arial"/>
              </a:rPr>
              <a:t>spike</a:t>
            </a:r>
            <a:r>
              <a:rPr sz="3000" spc="-18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75" dirty="0">
                <a:solidFill>
                  <a:srgbClr val="11110F"/>
                </a:solidFill>
                <a:latin typeface="Arial"/>
                <a:cs typeface="Arial"/>
              </a:rPr>
              <a:t>in</a:t>
            </a:r>
            <a:r>
              <a:rPr sz="3000" spc="-23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11110F"/>
                </a:solidFill>
                <a:latin typeface="Arial"/>
                <a:cs typeface="Arial"/>
              </a:rPr>
              <a:t>views </a:t>
            </a:r>
            <a:r>
              <a:rPr sz="3000" spc="-20" dirty="0">
                <a:solidFill>
                  <a:srgbClr val="11110F"/>
                </a:solidFill>
                <a:latin typeface="Arial"/>
                <a:cs typeface="Arial"/>
              </a:rPr>
              <a:t>might</a:t>
            </a:r>
            <a:r>
              <a:rPr sz="3000" spc="-10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90" dirty="0">
                <a:solidFill>
                  <a:srgbClr val="11110F"/>
                </a:solidFill>
                <a:latin typeface="Arial"/>
                <a:cs typeface="Arial"/>
              </a:rPr>
              <a:t>signal</a:t>
            </a:r>
            <a:r>
              <a:rPr sz="3000" spc="-20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105" dirty="0">
                <a:solidFill>
                  <a:srgbClr val="11110F"/>
                </a:solidFill>
                <a:latin typeface="Arial"/>
                <a:cs typeface="Arial"/>
              </a:rPr>
              <a:t>user </a:t>
            </a:r>
            <a:r>
              <a:rPr sz="3000" spc="-65" dirty="0">
                <a:solidFill>
                  <a:srgbClr val="11110F"/>
                </a:solidFill>
                <a:latin typeface="Arial"/>
                <a:cs typeface="Arial"/>
              </a:rPr>
              <a:t>confusion),</a:t>
            </a:r>
            <a:r>
              <a:rPr sz="3000" spc="-8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11110F"/>
                </a:solidFill>
                <a:latin typeface="Arial"/>
                <a:cs typeface="Arial"/>
              </a:rPr>
              <a:t>but</a:t>
            </a:r>
            <a:r>
              <a:rPr sz="3000" spc="-23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20" dirty="0">
                <a:solidFill>
                  <a:srgbClr val="11110F"/>
                </a:solidFill>
                <a:latin typeface="Arial"/>
                <a:cs typeface="Arial"/>
              </a:rPr>
              <a:t>they</a:t>
            </a:r>
            <a:r>
              <a:rPr sz="3000" spc="-18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70" dirty="0">
                <a:solidFill>
                  <a:srgbClr val="11110F"/>
                </a:solidFill>
                <a:latin typeface="Arial"/>
                <a:cs typeface="Arial"/>
              </a:rPr>
              <a:t>are</a:t>
            </a:r>
            <a:r>
              <a:rPr sz="3000" spc="-285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11110F"/>
                </a:solidFill>
                <a:latin typeface="Arial"/>
                <a:cs typeface="Arial"/>
              </a:rPr>
              <a:t>not</a:t>
            </a:r>
            <a:r>
              <a:rPr sz="3000" spc="-21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55" dirty="0">
                <a:solidFill>
                  <a:srgbClr val="11110F"/>
                </a:solidFill>
                <a:latin typeface="Arial"/>
                <a:cs typeface="Arial"/>
              </a:rPr>
              <a:t>primary</a:t>
            </a:r>
            <a:r>
              <a:rPr sz="3000" spc="-7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120" dirty="0">
                <a:solidFill>
                  <a:srgbClr val="11110F"/>
                </a:solidFill>
                <a:latin typeface="Arial"/>
                <a:cs typeface="Arial"/>
              </a:rPr>
              <a:t>measures</a:t>
            </a:r>
            <a:r>
              <a:rPr sz="3000" spc="1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dirty="0">
                <a:solidFill>
                  <a:srgbClr val="11110F"/>
                </a:solidFill>
                <a:latin typeface="Arial"/>
                <a:cs typeface="Arial"/>
              </a:rPr>
              <a:t>of</a:t>
            </a:r>
            <a:r>
              <a:rPr sz="3000" spc="-110" dirty="0">
                <a:solidFill>
                  <a:srgbClr val="11110F"/>
                </a:solidFill>
                <a:latin typeface="Arial"/>
                <a:cs typeface="Arial"/>
              </a:rPr>
              <a:t> </a:t>
            </a:r>
            <a:r>
              <a:rPr sz="3000" spc="-10" dirty="0">
                <a:solidFill>
                  <a:srgbClr val="11110F"/>
                </a:solidFill>
                <a:latin typeface="Arial"/>
                <a:cs typeface="Arial"/>
              </a:rPr>
              <a:t>success.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375" y="2017315"/>
            <a:ext cx="6368459" cy="41872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1415" y="3906705"/>
            <a:ext cx="1783168" cy="10978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40482" y="1940718"/>
            <a:ext cx="6342985" cy="441708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7094463" y="4774801"/>
            <a:ext cx="0" cy="1251585"/>
          </a:xfrm>
          <a:custGeom>
            <a:avLst/>
            <a:gdLst/>
            <a:ahLst/>
            <a:cxnLst/>
            <a:rect l="l" t="t" r="r" b="b"/>
            <a:pathLst>
              <a:path h="1251585">
                <a:moveTo>
                  <a:pt x="0" y="125108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50263" y="5004592"/>
            <a:ext cx="0" cy="2885440"/>
          </a:xfrm>
          <a:custGeom>
            <a:avLst/>
            <a:gdLst/>
            <a:ahLst/>
            <a:cxnLst/>
            <a:rect l="l" t="t" r="r" b="b"/>
            <a:pathLst>
              <a:path h="2885440">
                <a:moveTo>
                  <a:pt x="0" y="288514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50263" y="1685395"/>
            <a:ext cx="0" cy="2221865"/>
          </a:xfrm>
          <a:custGeom>
            <a:avLst/>
            <a:gdLst/>
            <a:ahLst/>
            <a:cxnLst/>
            <a:rect l="l" t="t" r="r" b="b"/>
            <a:pathLst>
              <a:path h="2221865">
                <a:moveTo>
                  <a:pt x="0" y="222130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601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20"/>
              </a:spcBef>
            </a:pPr>
            <a:r>
              <a:rPr sz="4600" spc="-120" dirty="0">
                <a:solidFill>
                  <a:srgbClr val="050503"/>
                </a:solidFill>
              </a:rPr>
              <a:t>The</a:t>
            </a:r>
            <a:r>
              <a:rPr sz="4600" spc="-640" dirty="0">
                <a:solidFill>
                  <a:srgbClr val="050503"/>
                </a:solidFill>
              </a:rPr>
              <a:t> </a:t>
            </a:r>
            <a:r>
              <a:rPr sz="4600" spc="-250" dirty="0">
                <a:solidFill>
                  <a:srgbClr val="050503"/>
                </a:solidFill>
              </a:rPr>
              <a:t>new</a:t>
            </a:r>
            <a:r>
              <a:rPr sz="4600" spc="-450" dirty="0">
                <a:solidFill>
                  <a:srgbClr val="050503"/>
                </a:solidFill>
              </a:rPr>
              <a:t> </a:t>
            </a:r>
            <a:r>
              <a:rPr sz="4600" spc="-275" dirty="0">
                <a:solidFill>
                  <a:srgbClr val="050503"/>
                </a:solidFill>
              </a:rPr>
              <a:t>definition</a:t>
            </a:r>
            <a:r>
              <a:rPr sz="4600" spc="-225" dirty="0">
                <a:solidFill>
                  <a:srgbClr val="050503"/>
                </a:solidFill>
              </a:rPr>
              <a:t> </a:t>
            </a:r>
            <a:r>
              <a:rPr sz="4600" spc="-305" dirty="0">
                <a:solidFill>
                  <a:srgbClr val="050503"/>
                </a:solidFill>
              </a:rPr>
              <a:t>of</a:t>
            </a:r>
            <a:r>
              <a:rPr sz="4600" spc="-315" dirty="0">
                <a:solidFill>
                  <a:srgbClr val="050503"/>
                </a:solidFill>
              </a:rPr>
              <a:t> </a:t>
            </a:r>
            <a:r>
              <a:rPr sz="4600" spc="-295" dirty="0">
                <a:solidFill>
                  <a:srgbClr val="050503"/>
                </a:solidFill>
              </a:rPr>
              <a:t>success</a:t>
            </a:r>
            <a:r>
              <a:rPr sz="4600" spc="-440" dirty="0">
                <a:solidFill>
                  <a:srgbClr val="050503"/>
                </a:solidFill>
              </a:rPr>
              <a:t> </a:t>
            </a:r>
            <a:r>
              <a:rPr sz="4600" spc="-220" dirty="0">
                <a:solidFill>
                  <a:srgbClr val="050503"/>
                </a:solidFill>
              </a:rPr>
              <a:t>is</a:t>
            </a:r>
            <a:r>
              <a:rPr sz="4600" spc="-610" dirty="0">
                <a:solidFill>
                  <a:srgbClr val="050503"/>
                </a:solidFill>
              </a:rPr>
              <a:t> </a:t>
            </a:r>
            <a:r>
              <a:rPr sz="4600" dirty="0">
                <a:solidFill>
                  <a:srgbClr val="050503"/>
                </a:solidFill>
              </a:rPr>
              <a:t>a</a:t>
            </a:r>
            <a:r>
              <a:rPr sz="4600" spc="-690" dirty="0">
                <a:solidFill>
                  <a:srgbClr val="050503"/>
                </a:solidFill>
              </a:rPr>
              <a:t> </a:t>
            </a:r>
            <a:r>
              <a:rPr sz="4600" spc="-275" dirty="0">
                <a:solidFill>
                  <a:srgbClr val="050503"/>
                </a:solidFill>
              </a:rPr>
              <a:t>shift</a:t>
            </a:r>
            <a:r>
              <a:rPr sz="4600" spc="-434" dirty="0">
                <a:solidFill>
                  <a:srgbClr val="050503"/>
                </a:solidFill>
              </a:rPr>
              <a:t> </a:t>
            </a:r>
            <a:r>
              <a:rPr sz="4600" spc="-254" dirty="0">
                <a:solidFill>
                  <a:srgbClr val="050503"/>
                </a:solidFill>
              </a:rPr>
              <a:t>in</a:t>
            </a:r>
            <a:r>
              <a:rPr sz="4600" spc="-580" dirty="0">
                <a:solidFill>
                  <a:srgbClr val="050503"/>
                </a:solidFill>
              </a:rPr>
              <a:t> </a:t>
            </a:r>
            <a:r>
              <a:rPr sz="4600" spc="-310" dirty="0">
                <a:solidFill>
                  <a:srgbClr val="050503"/>
                </a:solidFill>
              </a:rPr>
              <a:t>focus.</a:t>
            </a:r>
            <a:endParaRPr sz="460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07537" y="4704656"/>
            <a:ext cx="201295" cy="13379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sz="4425" spc="-3322" baseline="-33898" dirty="0">
                <a:solidFill>
                  <a:srgbClr val="B5B8B8"/>
                </a:solidFill>
                <a:latin typeface="Arial"/>
                <a:cs typeface="Arial"/>
              </a:rPr>
              <a:t>�</a:t>
            </a:r>
            <a:r>
              <a:rPr sz="2050" spc="-305" dirty="0">
                <a:solidFill>
                  <a:srgbClr val="A5A8AC"/>
                </a:solidFill>
                <a:latin typeface="Times New Roman"/>
                <a:cs typeface="Times New Roman"/>
              </a:rPr>
              <a:t>-</a:t>
            </a:r>
            <a:endParaRPr sz="2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05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</a:pPr>
            <a:r>
              <a:rPr sz="3150" spc="-770" dirty="0">
                <a:solidFill>
                  <a:srgbClr val="B5B8B8"/>
                </a:solidFill>
                <a:latin typeface="Arial"/>
                <a:cs typeface="Arial"/>
              </a:rPr>
              <a:t>1</a:t>
            </a:r>
            <a:endParaRPr sz="3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51622" y="6707551"/>
            <a:ext cx="4067175" cy="12141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8575" algn="ctr">
              <a:lnSpc>
                <a:spcPct val="100000"/>
              </a:lnSpc>
              <a:spcBef>
                <a:spcPts val="475"/>
              </a:spcBef>
            </a:pPr>
            <a:r>
              <a:rPr sz="2800" b="1" spc="40" dirty="0">
                <a:solidFill>
                  <a:srgbClr val="050503"/>
                </a:solidFill>
                <a:latin typeface="Arial"/>
                <a:cs typeface="Arial"/>
              </a:rPr>
              <a:t>FROM</a:t>
            </a:r>
            <a:endParaRPr sz="2800">
              <a:latin typeface="Arial"/>
              <a:cs typeface="Arial"/>
            </a:endParaRPr>
          </a:p>
          <a:p>
            <a:pPr marL="12700" marR="5080" indent="385445">
              <a:lnSpc>
                <a:spcPts val="2610"/>
              </a:lnSpc>
              <a:spcBef>
                <a:spcPts val="470"/>
              </a:spcBef>
            </a:pPr>
            <a:r>
              <a:rPr sz="2250" spc="-35" dirty="0">
                <a:solidFill>
                  <a:srgbClr val="050503"/>
                </a:solidFill>
                <a:latin typeface="Arial"/>
                <a:cs typeface="Arial"/>
              </a:rPr>
              <a:t>I</a:t>
            </a:r>
            <a:r>
              <a:rPr sz="2250" spc="-35" dirty="0">
                <a:solidFill>
                  <a:srgbClr val="262623"/>
                </a:solidFill>
                <a:latin typeface="Arial"/>
                <a:cs typeface="Arial"/>
              </a:rPr>
              <a:t>s</a:t>
            </a:r>
            <a:r>
              <a:rPr sz="2250" spc="-32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62623"/>
                </a:solidFill>
                <a:latin typeface="Arial"/>
                <a:cs typeface="Arial"/>
              </a:rPr>
              <a:t>thedocumentation</a:t>
            </a:r>
            <a:r>
              <a:rPr sz="2250" spc="-9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62623"/>
                </a:solidFill>
                <a:latin typeface="Arial"/>
                <a:cs typeface="Arial"/>
              </a:rPr>
              <a:t>clear? </a:t>
            </a:r>
            <a:r>
              <a:rPr sz="2250" spc="-25" dirty="0">
                <a:solidFill>
                  <a:srgbClr val="262623"/>
                </a:solidFill>
                <a:latin typeface="Arial"/>
                <a:cs typeface="Arial"/>
              </a:rPr>
              <a:t>(An</a:t>
            </a:r>
            <a:r>
              <a:rPr sz="2250" spc="-37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70" dirty="0">
                <a:solidFill>
                  <a:srgbClr val="262623"/>
                </a:solidFill>
                <a:latin typeface="Arial"/>
                <a:cs typeface="Arial"/>
              </a:rPr>
              <a:t>aesthetic,</a:t>
            </a:r>
            <a:r>
              <a:rPr sz="2250" spc="-19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62623"/>
                </a:solidFill>
                <a:latin typeface="Arial"/>
                <a:cs typeface="Arial"/>
              </a:rPr>
              <a:t>subjective</a:t>
            </a:r>
            <a:r>
              <a:rPr sz="2250" spc="-26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262623"/>
                </a:solidFill>
                <a:latin typeface="Arial"/>
                <a:cs typeface="Arial"/>
              </a:rPr>
              <a:t>measure)</a:t>
            </a:r>
            <a:endParaRPr sz="2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53403" y="6707551"/>
            <a:ext cx="4854575" cy="121412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8575" algn="ctr">
              <a:lnSpc>
                <a:spcPct val="100000"/>
              </a:lnSpc>
              <a:spcBef>
                <a:spcPts val="475"/>
              </a:spcBef>
            </a:pPr>
            <a:r>
              <a:rPr sz="2800" b="1" spc="85" dirty="0">
                <a:solidFill>
                  <a:srgbClr val="050503"/>
                </a:solidFill>
                <a:latin typeface="Arial"/>
                <a:cs typeface="Arial"/>
              </a:rPr>
              <a:t>TO</a:t>
            </a:r>
            <a:endParaRPr sz="2800">
              <a:latin typeface="Arial"/>
              <a:cs typeface="Arial"/>
            </a:endParaRPr>
          </a:p>
          <a:p>
            <a:pPr marL="12700" marR="5080" algn="ctr">
              <a:lnSpc>
                <a:spcPts val="2610"/>
              </a:lnSpc>
              <a:spcBef>
                <a:spcPts val="470"/>
              </a:spcBef>
            </a:pPr>
            <a:r>
              <a:rPr sz="2250" spc="-60" dirty="0">
                <a:solidFill>
                  <a:srgbClr val="262623"/>
                </a:solidFill>
                <a:latin typeface="Arial"/>
                <a:cs typeface="Arial"/>
              </a:rPr>
              <a:t>Does</a:t>
            </a:r>
            <a:r>
              <a:rPr sz="2250" spc="-30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62623"/>
                </a:solidFill>
                <a:latin typeface="Arial"/>
                <a:cs typeface="Arial"/>
              </a:rPr>
              <a:t>the</a:t>
            </a:r>
            <a:r>
              <a:rPr sz="2250" spc="-33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62623"/>
                </a:solidFill>
                <a:latin typeface="Arial"/>
                <a:cs typeface="Arial"/>
              </a:rPr>
              <a:t>documentation</a:t>
            </a:r>
            <a:r>
              <a:rPr sz="2250" spc="-7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62623"/>
                </a:solidFill>
                <a:latin typeface="Arial"/>
                <a:cs typeface="Arial"/>
              </a:rPr>
              <a:t>reduce</a:t>
            </a:r>
            <a:r>
              <a:rPr sz="2250" spc="-165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20" dirty="0">
                <a:solidFill>
                  <a:srgbClr val="262623"/>
                </a:solidFill>
                <a:latin typeface="Arial"/>
                <a:cs typeface="Arial"/>
              </a:rPr>
              <a:t>friction? </a:t>
            </a:r>
            <a:r>
              <a:rPr sz="2250" spc="-40" dirty="0">
                <a:solidFill>
                  <a:srgbClr val="262623"/>
                </a:solidFill>
                <a:latin typeface="Arial"/>
                <a:cs typeface="Arial"/>
              </a:rPr>
              <a:t>(A</a:t>
            </a:r>
            <a:r>
              <a:rPr sz="2250" spc="-25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60" dirty="0">
                <a:solidFill>
                  <a:srgbClr val="262623"/>
                </a:solidFill>
                <a:latin typeface="Arial"/>
                <a:cs typeface="Arial"/>
              </a:rPr>
              <a:t>functional,</a:t>
            </a:r>
            <a:r>
              <a:rPr sz="2250" spc="-35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75" dirty="0">
                <a:solidFill>
                  <a:srgbClr val="262623"/>
                </a:solidFill>
                <a:latin typeface="Arial"/>
                <a:cs typeface="Arial"/>
              </a:rPr>
              <a:t>measurable</a:t>
            </a:r>
            <a:r>
              <a:rPr sz="2250" spc="-260" dirty="0">
                <a:solidFill>
                  <a:srgbClr val="262623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62623"/>
                </a:solidFill>
                <a:latin typeface="Arial"/>
                <a:cs typeface="Arial"/>
              </a:rPr>
              <a:t>outcome)</a:t>
            </a:r>
            <a:endParaRPr sz="2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21229" y="8419603"/>
            <a:ext cx="12047220" cy="8991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7150" algn="ctr">
              <a:lnSpc>
                <a:spcPts val="3429"/>
              </a:lnSpc>
              <a:spcBef>
                <a:spcPts val="114"/>
              </a:spcBef>
            </a:pPr>
            <a:r>
              <a:rPr sz="2950" spc="-185" dirty="0">
                <a:solidFill>
                  <a:srgbClr val="050503"/>
                </a:solidFill>
                <a:latin typeface="Arial"/>
                <a:cs typeface="Arial"/>
              </a:rPr>
              <a:t>We</a:t>
            </a:r>
            <a:r>
              <a:rPr sz="2950" spc="-32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80" dirty="0">
                <a:solidFill>
                  <a:srgbClr val="151513"/>
                </a:solidFill>
                <a:latin typeface="Arial"/>
                <a:cs typeface="Arial"/>
              </a:rPr>
              <a:t>are</a:t>
            </a:r>
            <a:r>
              <a:rPr sz="2950" spc="-434" dirty="0">
                <a:solidFill>
                  <a:srgbClr val="151513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050503"/>
                </a:solidFill>
                <a:latin typeface="Arial"/>
                <a:cs typeface="Arial"/>
              </a:rPr>
              <a:t>no</a:t>
            </a:r>
            <a:r>
              <a:rPr sz="2950" spc="-43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70" dirty="0">
                <a:solidFill>
                  <a:srgbClr val="050503"/>
                </a:solidFill>
                <a:latin typeface="Arial"/>
                <a:cs typeface="Arial"/>
              </a:rPr>
              <a:t>longer</a:t>
            </a:r>
            <a:r>
              <a:rPr sz="2950" spc="-13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80" dirty="0">
                <a:solidFill>
                  <a:srgbClr val="050503"/>
                </a:solidFill>
                <a:latin typeface="Arial"/>
                <a:cs typeface="Arial"/>
              </a:rPr>
              <a:t>just</a:t>
            </a:r>
            <a:r>
              <a:rPr sz="2950" spc="-32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90" dirty="0">
                <a:solidFill>
                  <a:srgbClr val="050503"/>
                </a:solidFill>
                <a:latin typeface="Arial"/>
                <a:cs typeface="Arial"/>
              </a:rPr>
              <a:t>delivering</a:t>
            </a:r>
            <a:r>
              <a:rPr sz="2950" spc="-19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050503"/>
                </a:solidFill>
                <a:latin typeface="Arial"/>
                <a:cs typeface="Arial"/>
              </a:rPr>
              <a:t>the</a:t>
            </a:r>
            <a:r>
              <a:rPr sz="2950" spc="-459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151513"/>
                </a:solidFill>
                <a:latin typeface="Arial"/>
                <a:cs typeface="Arial"/>
              </a:rPr>
              <a:t>experience.</a:t>
            </a:r>
            <a:endParaRPr sz="2950">
              <a:latin typeface="Arial"/>
              <a:cs typeface="Arial"/>
            </a:endParaRPr>
          </a:p>
          <a:p>
            <a:pPr algn="ctr">
              <a:lnSpc>
                <a:spcPts val="3429"/>
              </a:lnSpc>
            </a:pPr>
            <a:r>
              <a:rPr sz="2950" spc="-145" dirty="0">
                <a:solidFill>
                  <a:srgbClr val="050503"/>
                </a:solidFill>
                <a:latin typeface="Arial"/>
                <a:cs typeface="Arial"/>
              </a:rPr>
              <a:t>We</a:t>
            </a:r>
            <a:r>
              <a:rPr sz="2950" spc="-42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55" dirty="0">
                <a:solidFill>
                  <a:srgbClr val="151513"/>
                </a:solidFill>
                <a:latin typeface="Arial"/>
                <a:cs typeface="Arial"/>
              </a:rPr>
              <a:t>are</a:t>
            </a:r>
            <a:r>
              <a:rPr sz="2950" spc="-425" dirty="0">
                <a:solidFill>
                  <a:srgbClr val="151513"/>
                </a:solidFill>
                <a:latin typeface="Arial"/>
                <a:cs typeface="Arial"/>
              </a:rPr>
              <a:t> </a:t>
            </a:r>
            <a:r>
              <a:rPr sz="2950" spc="-95" dirty="0">
                <a:solidFill>
                  <a:srgbClr val="151513"/>
                </a:solidFill>
                <a:latin typeface="Arial"/>
                <a:cs typeface="Arial"/>
              </a:rPr>
              <a:t>engineering</a:t>
            </a:r>
            <a:r>
              <a:rPr sz="2950" spc="-190" dirty="0">
                <a:solidFill>
                  <a:srgbClr val="151513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050503"/>
                </a:solidFill>
                <a:latin typeface="Arial"/>
                <a:cs typeface="Arial"/>
              </a:rPr>
              <a:t>the</a:t>
            </a:r>
            <a:r>
              <a:rPr sz="2950" spc="-44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55" dirty="0">
                <a:solidFill>
                  <a:srgbClr val="151513"/>
                </a:solidFill>
                <a:latin typeface="Arial"/>
                <a:cs typeface="Arial"/>
              </a:rPr>
              <a:t>content</a:t>
            </a:r>
            <a:r>
              <a:rPr sz="2950" spc="-165" dirty="0">
                <a:solidFill>
                  <a:srgbClr val="151513"/>
                </a:solidFill>
                <a:latin typeface="Arial"/>
                <a:cs typeface="Arial"/>
              </a:rPr>
              <a:t> </a:t>
            </a:r>
            <a:r>
              <a:rPr sz="2950" spc="-50" dirty="0">
                <a:solidFill>
                  <a:srgbClr val="050503"/>
                </a:solidFill>
                <a:latin typeface="Arial"/>
                <a:cs typeface="Arial"/>
              </a:rPr>
              <a:t>that</a:t>
            </a:r>
            <a:r>
              <a:rPr sz="2950" spc="-29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65" dirty="0">
                <a:solidFill>
                  <a:srgbClr val="050503"/>
                </a:solidFill>
                <a:latin typeface="Arial"/>
                <a:cs typeface="Arial"/>
              </a:rPr>
              <a:t>helps</a:t>
            </a:r>
            <a:r>
              <a:rPr sz="2950" spc="-30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050503"/>
                </a:solidFill>
                <a:latin typeface="Arial"/>
                <a:cs typeface="Arial"/>
              </a:rPr>
              <a:t>the</a:t>
            </a:r>
            <a:r>
              <a:rPr sz="2950" spc="-44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b="1" i="1" spc="-165" dirty="0">
                <a:solidFill>
                  <a:srgbClr val="050503"/>
                </a:solidFill>
                <a:latin typeface="Arial"/>
                <a:cs typeface="Arial"/>
              </a:rPr>
              <a:t>machine</a:t>
            </a:r>
            <a:r>
              <a:rPr sz="2950" b="1" i="1" spc="-14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95" dirty="0">
                <a:solidFill>
                  <a:srgbClr val="050503"/>
                </a:solidFill>
                <a:latin typeface="Arial"/>
                <a:cs typeface="Arial"/>
              </a:rPr>
              <a:t>deliver</a:t>
            </a:r>
            <a:r>
              <a:rPr sz="2950" spc="-8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050503"/>
                </a:solidFill>
                <a:latin typeface="Arial"/>
                <a:cs typeface="Arial"/>
              </a:rPr>
              <a:t>the</a:t>
            </a:r>
            <a:r>
              <a:rPr sz="2950" spc="-45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50" spc="-55" dirty="0">
                <a:solidFill>
                  <a:srgbClr val="151513"/>
                </a:solidFill>
                <a:latin typeface="Arial"/>
                <a:cs typeface="Arial"/>
              </a:rPr>
              <a:t>experience.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5587" y="2476896"/>
            <a:ext cx="3337072" cy="32936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2674" y="2502429"/>
            <a:ext cx="3260651" cy="32681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91655" y="3038607"/>
            <a:ext cx="738741" cy="99575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08709" y="2502429"/>
            <a:ext cx="2037906" cy="298727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3055342" y="4034365"/>
            <a:ext cx="0" cy="1609090"/>
          </a:xfrm>
          <a:custGeom>
            <a:avLst/>
            <a:gdLst/>
            <a:ahLst/>
            <a:cxnLst/>
            <a:rect l="l" t="t" r="r" b="b"/>
            <a:pathLst>
              <a:path h="1609089">
                <a:moveTo>
                  <a:pt x="0" y="1608533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564818" y="4034365"/>
            <a:ext cx="0" cy="1736725"/>
          </a:xfrm>
          <a:custGeom>
            <a:avLst/>
            <a:gdLst/>
            <a:ahLst/>
            <a:cxnLst/>
            <a:rect l="l" t="t" r="r" b="b"/>
            <a:pathLst>
              <a:path h="1736725">
                <a:moveTo>
                  <a:pt x="0" y="1736195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730399" y="3421590"/>
            <a:ext cx="0" cy="2323465"/>
          </a:xfrm>
          <a:custGeom>
            <a:avLst/>
            <a:gdLst/>
            <a:ahLst/>
            <a:cxnLst/>
            <a:rect l="l" t="t" r="r" b="b"/>
            <a:pathLst>
              <a:path h="2323465">
                <a:moveTo>
                  <a:pt x="0" y="2323437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195448" y="4034365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 indent="7620">
              <a:lnSpc>
                <a:spcPts val="4930"/>
              </a:lnSpc>
              <a:spcBef>
                <a:spcPts val="680"/>
              </a:spcBef>
            </a:pPr>
            <a:r>
              <a:rPr spc="-110" dirty="0"/>
              <a:t>The</a:t>
            </a:r>
            <a:r>
              <a:rPr spc="-350" dirty="0"/>
              <a:t> </a:t>
            </a:r>
            <a:r>
              <a:rPr spc="-135" dirty="0"/>
              <a:t>New</a:t>
            </a:r>
            <a:r>
              <a:rPr spc="-300" dirty="0"/>
              <a:t> </a:t>
            </a:r>
            <a:r>
              <a:rPr spc="-220" dirty="0"/>
              <a:t>Playbook:</a:t>
            </a:r>
            <a:r>
              <a:rPr spc="-290" dirty="0"/>
              <a:t> </a:t>
            </a:r>
            <a:r>
              <a:rPr spc="-175" dirty="0"/>
              <a:t>Measuring</a:t>
            </a:r>
            <a:r>
              <a:rPr spc="-15" dirty="0"/>
              <a:t> </a:t>
            </a:r>
            <a:r>
              <a:rPr spc="-160" dirty="0"/>
              <a:t>Machine-</a:t>
            </a:r>
            <a:r>
              <a:rPr spc="-120" dirty="0"/>
              <a:t>Readiness </a:t>
            </a:r>
            <a:r>
              <a:rPr spc="-145" dirty="0"/>
              <a:t>and</a:t>
            </a:r>
            <a:r>
              <a:rPr spc="-285" dirty="0"/>
              <a:t> </a:t>
            </a:r>
            <a:r>
              <a:rPr spc="-120" dirty="0"/>
              <a:t>Efficiency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890" y="6625961"/>
            <a:ext cx="4803775" cy="2139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14"/>
              </a:spcBef>
            </a:pPr>
            <a:r>
              <a:rPr sz="3500" b="1" spc="-90" dirty="0">
                <a:solidFill>
                  <a:srgbClr val="23231F"/>
                </a:solidFill>
                <a:latin typeface="Arial"/>
                <a:cs typeface="Arial"/>
              </a:rPr>
              <a:t>Parsibility</a:t>
            </a:r>
            <a:endParaRPr sz="3500">
              <a:latin typeface="Arial"/>
              <a:cs typeface="Arial"/>
            </a:endParaRPr>
          </a:p>
          <a:p>
            <a:pPr marL="16510" marR="5080" indent="-4445">
              <a:lnSpc>
                <a:spcPts val="2610"/>
              </a:lnSpc>
              <a:spcBef>
                <a:spcPts val="2039"/>
              </a:spcBef>
            </a:pPr>
            <a:r>
              <a:rPr sz="2300" spc="-40" dirty="0">
                <a:solidFill>
                  <a:srgbClr val="11130F"/>
                </a:solidFill>
                <a:latin typeface="Arial"/>
                <a:cs typeface="Arial"/>
              </a:rPr>
              <a:t>How</a:t>
            </a:r>
            <a:r>
              <a:rPr sz="2300" spc="-235" dirty="0">
                <a:solidFill>
                  <a:srgbClr val="11130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23231F"/>
                </a:solidFill>
                <a:latin typeface="Arial"/>
                <a:cs typeface="Arial"/>
              </a:rPr>
              <a:t>often</a:t>
            </a:r>
            <a:r>
              <a:rPr sz="2300" spc="-30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23231F"/>
                </a:solidFill>
                <a:latin typeface="Arial"/>
                <a:cs typeface="Arial"/>
              </a:rPr>
              <a:t>does</a:t>
            </a:r>
            <a:r>
              <a:rPr sz="2300" spc="-229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50" dirty="0">
                <a:solidFill>
                  <a:srgbClr val="23231F"/>
                </a:solidFill>
                <a:latin typeface="Arial"/>
                <a:cs typeface="Arial"/>
              </a:rPr>
              <a:t>an</a:t>
            </a:r>
            <a:r>
              <a:rPr sz="2300" spc="-40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30F"/>
                </a:solidFill>
                <a:latin typeface="Arial"/>
                <a:cs typeface="Arial"/>
              </a:rPr>
              <a:t>LLM</a:t>
            </a:r>
            <a:r>
              <a:rPr sz="2300" spc="-400" dirty="0">
                <a:solidFill>
                  <a:srgbClr val="11130F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23231F"/>
                </a:solidFill>
                <a:latin typeface="Arial"/>
                <a:cs typeface="Arial"/>
              </a:rPr>
              <a:t>misinterpret</a:t>
            </a:r>
            <a:r>
              <a:rPr sz="2300" spc="-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23231F"/>
                </a:solidFill>
                <a:latin typeface="Arial"/>
                <a:cs typeface="Arial"/>
              </a:rPr>
              <a:t>or </a:t>
            </a:r>
            <a:r>
              <a:rPr sz="2300" spc="-60" dirty="0">
                <a:solidFill>
                  <a:srgbClr val="23231F"/>
                </a:solidFill>
                <a:latin typeface="Arial"/>
                <a:cs typeface="Arial"/>
              </a:rPr>
              <a:t>misuse</a:t>
            </a:r>
            <a:r>
              <a:rPr sz="2300" spc="-18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50" dirty="0">
                <a:solidFill>
                  <a:srgbClr val="23231F"/>
                </a:solidFill>
                <a:latin typeface="Arial"/>
                <a:cs typeface="Arial"/>
              </a:rPr>
              <a:t>your</a:t>
            </a:r>
            <a:r>
              <a:rPr sz="2300" spc="-14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35" dirty="0">
                <a:solidFill>
                  <a:srgbClr val="23231F"/>
                </a:solidFill>
                <a:latin typeface="Arial"/>
                <a:cs typeface="Arial"/>
              </a:rPr>
              <a:t>content?</a:t>
            </a:r>
            <a:r>
              <a:rPr sz="2300" spc="-204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11130F"/>
                </a:solidFill>
                <a:latin typeface="Arial"/>
                <a:cs typeface="Arial"/>
              </a:rPr>
              <a:t>This</a:t>
            </a:r>
            <a:r>
              <a:rPr sz="2300" spc="-260" dirty="0">
                <a:solidFill>
                  <a:srgbClr val="11130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3231F"/>
                </a:solidFill>
                <a:latin typeface="Arial"/>
                <a:cs typeface="Arial"/>
              </a:rPr>
              <a:t>measures </a:t>
            </a:r>
            <a:r>
              <a:rPr sz="2300" dirty="0">
                <a:solidFill>
                  <a:srgbClr val="23231F"/>
                </a:solidFill>
                <a:latin typeface="Arial"/>
                <a:cs typeface="Arial"/>
              </a:rPr>
              <a:t>the</a:t>
            </a:r>
            <a:r>
              <a:rPr sz="2300" spc="-21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40" dirty="0">
                <a:solidFill>
                  <a:srgbClr val="23231F"/>
                </a:solidFill>
                <a:latin typeface="Arial"/>
                <a:cs typeface="Arial"/>
              </a:rPr>
              <a:t>content's</a:t>
            </a:r>
            <a:r>
              <a:rPr sz="2300" spc="-8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3231F"/>
                </a:solidFill>
                <a:latin typeface="Arial"/>
                <a:cs typeface="Arial"/>
              </a:rPr>
              <a:t>structura</a:t>
            </a:r>
            <a:r>
              <a:rPr sz="2300" spc="-10" dirty="0">
                <a:solidFill>
                  <a:srgbClr val="3D3D3B"/>
                </a:solidFill>
                <a:latin typeface="Arial"/>
                <a:cs typeface="Arial"/>
              </a:rPr>
              <a:t>l</a:t>
            </a:r>
            <a:r>
              <a:rPr sz="2300" spc="-225" dirty="0">
                <a:solidFill>
                  <a:srgbClr val="3D3D3B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3D3D3B"/>
                </a:solidFill>
                <a:latin typeface="Arial"/>
                <a:cs typeface="Arial"/>
              </a:rPr>
              <a:t>i</a:t>
            </a:r>
            <a:r>
              <a:rPr sz="2300" spc="-10" dirty="0">
                <a:solidFill>
                  <a:srgbClr val="23231F"/>
                </a:solidFill>
                <a:latin typeface="Arial"/>
                <a:cs typeface="Arial"/>
              </a:rPr>
              <a:t>ntegrity</a:t>
            </a:r>
            <a:r>
              <a:rPr sz="2300" spc="-15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23231F"/>
                </a:solidFill>
                <a:latin typeface="Arial"/>
                <a:cs typeface="Arial"/>
              </a:rPr>
              <a:t>and </a:t>
            </a:r>
            <a:r>
              <a:rPr sz="2300" spc="-10" dirty="0">
                <a:solidFill>
                  <a:srgbClr val="23231F"/>
                </a:solidFill>
                <a:latin typeface="Arial"/>
                <a:cs typeface="Arial"/>
              </a:rPr>
              <a:t>c</a:t>
            </a:r>
            <a:r>
              <a:rPr sz="2300" spc="-10" dirty="0">
                <a:solidFill>
                  <a:srgbClr val="3D3D3B"/>
                </a:solidFill>
                <a:latin typeface="Arial"/>
                <a:cs typeface="Arial"/>
              </a:rPr>
              <a:t>l</a:t>
            </a:r>
            <a:r>
              <a:rPr sz="2300" spc="-10" dirty="0">
                <a:solidFill>
                  <a:srgbClr val="23231F"/>
                </a:solidFill>
                <a:latin typeface="Arial"/>
                <a:cs typeface="Arial"/>
              </a:rPr>
              <a:t>arity</a:t>
            </a:r>
            <a:r>
              <a:rPr sz="2300" spc="-229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30F"/>
                </a:solidFill>
                <a:latin typeface="Arial"/>
                <a:cs typeface="Arial"/>
              </a:rPr>
              <a:t>for</a:t>
            </a:r>
            <a:r>
              <a:rPr sz="2300" spc="-140" dirty="0">
                <a:solidFill>
                  <a:srgbClr val="11130F"/>
                </a:solidFill>
                <a:latin typeface="Arial"/>
                <a:cs typeface="Arial"/>
              </a:rPr>
              <a:t> </a:t>
            </a:r>
            <a:r>
              <a:rPr sz="2300" spc="-60" dirty="0">
                <a:solidFill>
                  <a:srgbClr val="23231F"/>
                </a:solidFill>
                <a:latin typeface="Arial"/>
                <a:cs typeface="Arial"/>
              </a:rPr>
              <a:t>non-</a:t>
            </a:r>
            <a:r>
              <a:rPr sz="2300" spc="-70" dirty="0">
                <a:solidFill>
                  <a:srgbClr val="23231F"/>
                </a:solidFill>
                <a:latin typeface="Arial"/>
                <a:cs typeface="Arial"/>
              </a:rPr>
              <a:t>human</a:t>
            </a:r>
            <a:r>
              <a:rPr sz="2300" spc="-14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11130F"/>
                </a:solidFill>
                <a:latin typeface="Arial"/>
                <a:cs typeface="Arial"/>
              </a:rPr>
              <a:t>readers.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57504" y="6625961"/>
            <a:ext cx="4461510" cy="21399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14"/>
              </a:spcBef>
            </a:pPr>
            <a:r>
              <a:rPr sz="3500" b="1" spc="-200" dirty="0">
                <a:solidFill>
                  <a:srgbClr val="23231F"/>
                </a:solidFill>
                <a:latin typeface="Arial"/>
                <a:cs typeface="Arial"/>
              </a:rPr>
              <a:t>Reuse </a:t>
            </a:r>
            <a:r>
              <a:rPr sz="3500" b="1" spc="-25" dirty="0">
                <a:solidFill>
                  <a:srgbClr val="23231F"/>
                </a:solidFill>
                <a:latin typeface="Arial"/>
                <a:cs typeface="Arial"/>
              </a:rPr>
              <a:t>Ratios</a:t>
            </a:r>
            <a:endParaRPr sz="3500">
              <a:latin typeface="Arial"/>
              <a:cs typeface="Arial"/>
            </a:endParaRPr>
          </a:p>
          <a:p>
            <a:pPr marL="18415" marR="5080" indent="-6350">
              <a:lnSpc>
                <a:spcPts val="2610"/>
              </a:lnSpc>
              <a:spcBef>
                <a:spcPts val="2039"/>
              </a:spcBef>
            </a:pPr>
            <a:r>
              <a:rPr sz="2300" spc="-40" dirty="0">
                <a:solidFill>
                  <a:srgbClr val="23231F"/>
                </a:solidFill>
                <a:latin typeface="Arial"/>
                <a:cs typeface="Arial"/>
              </a:rPr>
              <a:t>How</a:t>
            </a:r>
            <a:r>
              <a:rPr sz="2300" spc="-18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80" dirty="0">
                <a:solidFill>
                  <a:srgbClr val="23231F"/>
                </a:solidFill>
                <a:latin typeface="Arial"/>
                <a:cs typeface="Arial"/>
              </a:rPr>
              <a:t>many</a:t>
            </a:r>
            <a:r>
              <a:rPr sz="2300" spc="-12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23231F"/>
                </a:solidFill>
                <a:latin typeface="Arial"/>
                <a:cs typeface="Arial"/>
              </a:rPr>
              <a:t>times</a:t>
            </a:r>
            <a:r>
              <a:rPr sz="2300" spc="-26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23231F"/>
                </a:solidFill>
                <a:latin typeface="Arial"/>
                <a:cs typeface="Arial"/>
              </a:rPr>
              <a:t>is</a:t>
            </a:r>
            <a:r>
              <a:rPr sz="2300" spc="-27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85" dirty="0">
                <a:solidFill>
                  <a:srgbClr val="23231F"/>
                </a:solidFill>
                <a:latin typeface="Arial"/>
                <a:cs typeface="Arial"/>
              </a:rPr>
              <a:t>a</a:t>
            </a:r>
            <a:r>
              <a:rPr sz="2300" spc="-37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40" dirty="0">
                <a:solidFill>
                  <a:srgbClr val="23231F"/>
                </a:solidFill>
                <a:latin typeface="Arial"/>
                <a:cs typeface="Arial"/>
              </a:rPr>
              <a:t>single</a:t>
            </a:r>
            <a:r>
              <a:rPr sz="2300" spc="-21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23231F"/>
                </a:solidFill>
                <a:latin typeface="Arial"/>
                <a:cs typeface="Arial"/>
              </a:rPr>
              <a:t>piece</a:t>
            </a:r>
            <a:r>
              <a:rPr sz="2300" spc="-15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23231F"/>
                </a:solidFill>
                <a:latin typeface="Arial"/>
                <a:cs typeface="Arial"/>
              </a:rPr>
              <a:t>of content</a:t>
            </a:r>
            <a:r>
              <a:rPr sz="2300" spc="-21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55" dirty="0">
                <a:solidFill>
                  <a:srgbClr val="11130F"/>
                </a:solidFill>
                <a:latin typeface="Arial"/>
                <a:cs typeface="Arial"/>
              </a:rPr>
              <a:t>repurposed?</a:t>
            </a:r>
            <a:r>
              <a:rPr sz="2300" spc="-80" dirty="0">
                <a:solidFill>
                  <a:srgbClr val="11130F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23231F"/>
                </a:solidFill>
                <a:latin typeface="Arial"/>
                <a:cs typeface="Arial"/>
              </a:rPr>
              <a:t>This</a:t>
            </a:r>
            <a:r>
              <a:rPr sz="2300" spc="-254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60" dirty="0">
                <a:solidFill>
                  <a:srgbClr val="23231F"/>
                </a:solidFill>
                <a:latin typeface="Arial"/>
                <a:cs typeface="Arial"/>
              </a:rPr>
              <a:t>measures </a:t>
            </a:r>
            <a:r>
              <a:rPr sz="2300" dirty="0">
                <a:solidFill>
                  <a:srgbClr val="11130F"/>
                </a:solidFill>
                <a:latin typeface="Arial"/>
                <a:cs typeface="Arial"/>
              </a:rPr>
              <a:t>the</a:t>
            </a:r>
            <a:r>
              <a:rPr sz="2300" spc="-345" dirty="0">
                <a:solidFill>
                  <a:srgbClr val="11130F"/>
                </a:solidFill>
                <a:latin typeface="Arial"/>
                <a:cs typeface="Arial"/>
              </a:rPr>
              <a:t> </a:t>
            </a:r>
            <a:r>
              <a:rPr sz="2300" spc="-105" dirty="0">
                <a:solidFill>
                  <a:srgbClr val="23231F"/>
                </a:solidFill>
                <a:latin typeface="Arial"/>
                <a:cs typeface="Arial"/>
              </a:rPr>
              <a:t>ROI</a:t>
            </a:r>
            <a:r>
              <a:rPr sz="2300" spc="-29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23231F"/>
                </a:solidFill>
                <a:latin typeface="Arial"/>
                <a:cs typeface="Arial"/>
              </a:rPr>
              <a:t>on</a:t>
            </a:r>
            <a:r>
              <a:rPr sz="2300" spc="-30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23231F"/>
                </a:solidFill>
                <a:latin typeface="Arial"/>
                <a:cs typeface="Arial"/>
              </a:rPr>
              <a:t>content</a:t>
            </a:r>
            <a:r>
              <a:rPr sz="2300" spc="-14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23231F"/>
                </a:solidFill>
                <a:latin typeface="Arial"/>
                <a:cs typeface="Arial"/>
              </a:rPr>
              <a:t>creation</a:t>
            </a:r>
            <a:r>
              <a:rPr sz="2300" spc="-15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125" dirty="0">
                <a:solidFill>
                  <a:srgbClr val="3D3D3B"/>
                </a:solidFill>
                <a:latin typeface="Arial"/>
                <a:cs typeface="Arial"/>
              </a:rPr>
              <a:t>i</a:t>
            </a:r>
            <a:r>
              <a:rPr sz="2300" spc="125" dirty="0">
                <a:solidFill>
                  <a:srgbClr val="23231F"/>
                </a:solidFill>
                <a:latin typeface="Arial"/>
                <a:cs typeface="Arial"/>
              </a:rPr>
              <a:t>na </a:t>
            </a:r>
            <a:r>
              <a:rPr sz="2300" spc="-30" dirty="0">
                <a:solidFill>
                  <a:srgbClr val="23231F"/>
                </a:solidFill>
                <a:latin typeface="Arial"/>
                <a:cs typeface="Arial"/>
              </a:rPr>
              <a:t>structured</a:t>
            </a:r>
            <a:r>
              <a:rPr sz="2300" spc="-13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40" dirty="0">
                <a:solidFill>
                  <a:srgbClr val="23231F"/>
                </a:solidFill>
                <a:latin typeface="Arial"/>
                <a:cs typeface="Arial"/>
              </a:rPr>
              <a:t>authoring</a:t>
            </a:r>
            <a:r>
              <a:rPr sz="2300" spc="-10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3231F"/>
                </a:solidFill>
                <a:latin typeface="Arial"/>
                <a:cs typeface="Arial"/>
              </a:rPr>
              <a:t>environment</a:t>
            </a:r>
            <a:r>
              <a:rPr sz="2300" spc="-10" dirty="0">
                <a:solidFill>
                  <a:srgbClr val="3D3D3B"/>
                </a:solidFill>
                <a:latin typeface="Arial"/>
                <a:cs typeface="Arial"/>
              </a:rPr>
              <a:t>.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85603" y="6625961"/>
            <a:ext cx="4368165" cy="24847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14"/>
              </a:spcBef>
            </a:pPr>
            <a:r>
              <a:rPr sz="3500" b="1" spc="-195" dirty="0">
                <a:solidFill>
                  <a:srgbClr val="23231F"/>
                </a:solidFill>
                <a:latin typeface="Arial"/>
                <a:cs typeface="Arial"/>
              </a:rPr>
              <a:t>Terminology</a:t>
            </a:r>
            <a:r>
              <a:rPr sz="3500" b="1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3500" b="1" spc="-185" dirty="0">
                <a:solidFill>
                  <a:srgbClr val="23231F"/>
                </a:solidFill>
                <a:latin typeface="Arial"/>
                <a:cs typeface="Arial"/>
              </a:rPr>
              <a:t>Accuracy</a:t>
            </a:r>
            <a:endParaRPr sz="3500">
              <a:latin typeface="Arial"/>
              <a:cs typeface="Arial"/>
            </a:endParaRPr>
          </a:p>
          <a:p>
            <a:pPr marL="17780" marR="25400" indent="-5715">
              <a:lnSpc>
                <a:spcPct val="95600"/>
              </a:lnSpc>
              <a:spcBef>
                <a:spcPts val="1950"/>
              </a:spcBef>
            </a:pPr>
            <a:r>
              <a:rPr sz="2300" spc="-10" dirty="0">
                <a:solidFill>
                  <a:srgbClr val="11130F"/>
                </a:solidFill>
                <a:latin typeface="Arial"/>
                <a:cs typeface="Arial"/>
              </a:rPr>
              <a:t>Is</a:t>
            </a:r>
            <a:r>
              <a:rPr sz="2300" spc="-295" dirty="0">
                <a:solidFill>
                  <a:srgbClr val="11130F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23231F"/>
                </a:solidFill>
                <a:latin typeface="Arial"/>
                <a:cs typeface="Arial"/>
              </a:rPr>
              <a:t>terminology</a:t>
            </a:r>
            <a:r>
              <a:rPr sz="2300" spc="-7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45" dirty="0">
                <a:solidFill>
                  <a:srgbClr val="23231F"/>
                </a:solidFill>
                <a:latin typeface="Arial"/>
                <a:cs typeface="Arial"/>
              </a:rPr>
              <a:t>consistent</a:t>
            </a:r>
            <a:r>
              <a:rPr sz="2300" spc="-9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65" dirty="0">
                <a:solidFill>
                  <a:srgbClr val="23231F"/>
                </a:solidFill>
                <a:latin typeface="Arial"/>
                <a:cs typeface="Arial"/>
              </a:rPr>
              <a:t>across</a:t>
            </a:r>
            <a:r>
              <a:rPr sz="2300" spc="-11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23231F"/>
                </a:solidFill>
                <a:latin typeface="Arial"/>
                <a:cs typeface="Arial"/>
              </a:rPr>
              <a:t>all </a:t>
            </a:r>
            <a:r>
              <a:rPr sz="2300" spc="-55" dirty="0">
                <a:solidFill>
                  <a:srgbClr val="23231F"/>
                </a:solidFill>
                <a:latin typeface="Arial"/>
                <a:cs typeface="Arial"/>
              </a:rPr>
              <a:t>systems</a:t>
            </a:r>
            <a:r>
              <a:rPr sz="2300" spc="-204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35" dirty="0">
                <a:solidFill>
                  <a:srgbClr val="23231F"/>
                </a:solidFill>
                <a:latin typeface="Arial"/>
                <a:cs typeface="Arial"/>
              </a:rPr>
              <a:t>and</a:t>
            </a:r>
            <a:r>
              <a:rPr sz="2300" spc="-27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55" dirty="0">
                <a:solidFill>
                  <a:srgbClr val="23231F"/>
                </a:solidFill>
                <a:latin typeface="Arial"/>
                <a:cs typeface="Arial"/>
              </a:rPr>
              <a:t>channels</a:t>
            </a:r>
            <a:r>
              <a:rPr sz="2300" spc="-28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23231F"/>
                </a:solidFill>
                <a:latin typeface="Arial"/>
                <a:cs typeface="Arial"/>
              </a:rPr>
              <a:t>(help</a:t>
            </a:r>
            <a:r>
              <a:rPr sz="2300" spc="-22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23231F"/>
                </a:solidFill>
                <a:latin typeface="Arial"/>
                <a:cs typeface="Arial"/>
              </a:rPr>
              <a:t>portal, support</a:t>
            </a:r>
            <a:r>
              <a:rPr sz="2300" spc="-12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30" dirty="0">
                <a:solidFill>
                  <a:srgbClr val="23231F"/>
                </a:solidFill>
                <a:latin typeface="Arial"/>
                <a:cs typeface="Arial"/>
              </a:rPr>
              <a:t>scripts,</a:t>
            </a:r>
            <a:r>
              <a:rPr sz="2300" spc="-32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23231F"/>
                </a:solidFill>
                <a:latin typeface="Arial"/>
                <a:cs typeface="Arial"/>
              </a:rPr>
              <a:t>UItext)?</a:t>
            </a:r>
            <a:r>
              <a:rPr sz="2300" spc="-22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20" dirty="0">
                <a:solidFill>
                  <a:srgbClr val="11130F"/>
                </a:solidFill>
                <a:latin typeface="Arial"/>
                <a:cs typeface="Arial"/>
              </a:rPr>
              <a:t>Th</a:t>
            </a:r>
            <a:r>
              <a:rPr sz="2300" spc="-20" dirty="0">
                <a:solidFill>
                  <a:srgbClr val="3D3D3B"/>
                </a:solidFill>
                <a:latin typeface="Arial"/>
                <a:cs typeface="Arial"/>
              </a:rPr>
              <a:t>i</a:t>
            </a:r>
            <a:r>
              <a:rPr sz="2300" spc="-20" dirty="0">
                <a:solidFill>
                  <a:srgbClr val="23231F"/>
                </a:solidFill>
                <a:latin typeface="Arial"/>
                <a:cs typeface="Arial"/>
              </a:rPr>
              <a:t>s </a:t>
            </a:r>
            <a:r>
              <a:rPr sz="2300" spc="-90" dirty="0">
                <a:solidFill>
                  <a:srgbClr val="23231F"/>
                </a:solidFill>
                <a:latin typeface="Arial"/>
                <a:cs typeface="Arial"/>
              </a:rPr>
              <a:t>measures</a:t>
            </a:r>
            <a:r>
              <a:rPr sz="2300" spc="-7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60" dirty="0">
                <a:solidFill>
                  <a:srgbClr val="11130F"/>
                </a:solidFill>
                <a:latin typeface="Arial"/>
                <a:cs typeface="Arial"/>
              </a:rPr>
              <a:t>the</a:t>
            </a:r>
            <a:r>
              <a:rPr sz="2300" spc="-365" dirty="0">
                <a:solidFill>
                  <a:srgbClr val="11130F"/>
                </a:solidFill>
                <a:latin typeface="Arial"/>
                <a:cs typeface="Arial"/>
              </a:rPr>
              <a:t> </a:t>
            </a:r>
            <a:r>
              <a:rPr sz="2300" spc="-60" dirty="0">
                <a:solidFill>
                  <a:srgbClr val="23231F"/>
                </a:solidFill>
                <a:latin typeface="Arial"/>
                <a:cs typeface="Arial"/>
              </a:rPr>
              <a:t>coherence</a:t>
            </a:r>
            <a:r>
              <a:rPr sz="2300" spc="-204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23231F"/>
                </a:solidFill>
                <a:latin typeface="Arial"/>
                <a:cs typeface="Arial"/>
              </a:rPr>
              <a:t>of</a:t>
            </a:r>
            <a:r>
              <a:rPr sz="2300" spc="-22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25" dirty="0">
                <a:solidFill>
                  <a:srgbClr val="23231F"/>
                </a:solidFill>
                <a:latin typeface="Arial"/>
                <a:cs typeface="Arial"/>
              </a:rPr>
              <a:t>the </a:t>
            </a:r>
            <a:r>
              <a:rPr sz="2300" spc="-50" dirty="0">
                <a:solidFill>
                  <a:srgbClr val="23231F"/>
                </a:solidFill>
                <a:latin typeface="Arial"/>
                <a:cs typeface="Arial"/>
              </a:rPr>
              <a:t>knowledge</a:t>
            </a:r>
            <a:r>
              <a:rPr sz="2300" spc="-12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11130F"/>
                </a:solidFill>
                <a:latin typeface="Arial"/>
                <a:cs typeface="Arial"/>
              </a:rPr>
              <a:t>base.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1485" y="3140736"/>
            <a:ext cx="2674753" cy="26553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42151" y="3038607"/>
            <a:ext cx="2241697" cy="296174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361027" y="2936477"/>
            <a:ext cx="1694180" cy="3063875"/>
            <a:chOff x="13361027" y="2936477"/>
            <a:chExt cx="1694180" cy="306387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373759" y="2936477"/>
              <a:ext cx="1681272" cy="30638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373764" y="3804575"/>
              <a:ext cx="0" cy="2119630"/>
            </a:xfrm>
            <a:custGeom>
              <a:avLst/>
              <a:gdLst/>
              <a:ahLst/>
              <a:cxnLst/>
              <a:rect l="l" t="t" r="r" b="b"/>
              <a:pathLst>
                <a:path h="2119629">
                  <a:moveTo>
                    <a:pt x="0" y="2119179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964629" y="689702"/>
            <a:ext cx="12494260" cy="184594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 marR="5080" indent="10795">
              <a:lnSpc>
                <a:spcPts val="6730"/>
              </a:lnSpc>
              <a:spcBef>
                <a:spcPts val="1045"/>
              </a:spcBef>
            </a:pPr>
            <a:r>
              <a:rPr sz="6300" spc="-125" dirty="0"/>
              <a:t>The</a:t>
            </a:r>
            <a:r>
              <a:rPr sz="6300" spc="-705" dirty="0"/>
              <a:t> </a:t>
            </a:r>
            <a:r>
              <a:rPr sz="6300" spc="-145" dirty="0"/>
              <a:t>New</a:t>
            </a:r>
            <a:r>
              <a:rPr sz="6300" spc="-470" dirty="0"/>
              <a:t> </a:t>
            </a:r>
            <a:r>
              <a:rPr sz="6300" spc="-305" dirty="0"/>
              <a:t>Playbook:</a:t>
            </a:r>
            <a:r>
              <a:rPr sz="6300" spc="-600" dirty="0"/>
              <a:t> </a:t>
            </a:r>
            <a:r>
              <a:rPr sz="6300" spc="-254" dirty="0"/>
              <a:t>Measuring</a:t>
            </a:r>
            <a:r>
              <a:rPr sz="6300" spc="-385" dirty="0"/>
              <a:t> </a:t>
            </a:r>
            <a:r>
              <a:rPr sz="6300" spc="-180" dirty="0"/>
              <a:t>User </a:t>
            </a:r>
            <a:r>
              <a:rPr sz="6300" spc="-190" dirty="0"/>
              <a:t>and</a:t>
            </a:r>
            <a:r>
              <a:rPr sz="6300" spc="-525" dirty="0"/>
              <a:t> </a:t>
            </a:r>
            <a:r>
              <a:rPr sz="6300" spc="-320" dirty="0"/>
              <a:t>Business</a:t>
            </a:r>
            <a:r>
              <a:rPr sz="6300" spc="-330" dirty="0"/>
              <a:t> </a:t>
            </a:r>
            <a:r>
              <a:rPr sz="6300" spc="-265" dirty="0"/>
              <a:t>Effectiveness</a:t>
            </a:r>
            <a:endParaRPr sz="630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00"/>
              </a:lnSpc>
            </a:pPr>
            <a:r>
              <a:rPr sz="1300" i="1" spc="-55" dirty="0">
                <a:solidFill>
                  <a:srgbClr val="31312D"/>
                </a:solidFill>
                <a:latin typeface="Arial"/>
                <a:cs typeface="Arial"/>
              </a:rPr>
              <a:t>I'S\</a:t>
            </a:r>
            <a:r>
              <a:rPr sz="1300" i="1" spc="-25" dirty="0">
                <a:solidFill>
                  <a:srgbClr val="31312D"/>
                </a:solidFill>
                <a:latin typeface="Arial"/>
                <a:cs typeface="Arial"/>
              </a:rPr>
              <a:t> </a:t>
            </a:r>
            <a:r>
              <a:rPr b="1" spc="-40" dirty="0">
                <a:solidFill>
                  <a:srgbClr val="1A1A18"/>
                </a:solidFill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482" y="6204678"/>
            <a:ext cx="4619625" cy="290703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35915" marR="335280" indent="-15240" algn="ctr">
              <a:lnSpc>
                <a:spcPts val="3920"/>
              </a:lnSpc>
              <a:spcBef>
                <a:spcPts val="380"/>
              </a:spcBef>
            </a:pPr>
            <a:r>
              <a:rPr sz="3400" b="1" spc="-110" dirty="0">
                <a:solidFill>
                  <a:srgbClr val="0A0A07"/>
                </a:solidFill>
                <a:latin typeface="Arial"/>
                <a:cs typeface="Arial"/>
              </a:rPr>
              <a:t>First</a:t>
            </a:r>
            <a:r>
              <a:rPr sz="3400" b="1" spc="-380" dirty="0">
                <a:solidFill>
                  <a:srgbClr val="0A0A07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0A0A07"/>
                </a:solidFill>
                <a:latin typeface="Arial"/>
                <a:cs typeface="Arial"/>
              </a:rPr>
              <a:t>Contact </a:t>
            </a:r>
            <a:r>
              <a:rPr sz="3400" b="1" spc="-150" dirty="0">
                <a:solidFill>
                  <a:srgbClr val="0A0A07"/>
                </a:solidFill>
                <a:latin typeface="Arial"/>
                <a:cs typeface="Arial"/>
              </a:rPr>
              <a:t>Resolution</a:t>
            </a:r>
            <a:r>
              <a:rPr sz="3400" b="1" spc="-185" dirty="0">
                <a:solidFill>
                  <a:srgbClr val="0A0A07"/>
                </a:solidFill>
                <a:latin typeface="Arial"/>
                <a:cs typeface="Arial"/>
              </a:rPr>
              <a:t> </a:t>
            </a:r>
            <a:r>
              <a:rPr sz="3400" b="1" spc="-150" dirty="0">
                <a:solidFill>
                  <a:srgbClr val="0A0A07"/>
                </a:solidFill>
                <a:latin typeface="Arial"/>
                <a:cs typeface="Arial"/>
              </a:rPr>
              <a:t>Accuracy</a:t>
            </a:r>
            <a:endParaRPr sz="3400">
              <a:latin typeface="Arial"/>
              <a:cs typeface="Arial"/>
            </a:endParaRPr>
          </a:p>
          <a:p>
            <a:pPr marL="12700" marR="5080" algn="ctr">
              <a:lnSpc>
                <a:spcPct val="95400"/>
              </a:lnSpc>
              <a:spcBef>
                <a:spcPts val="1120"/>
              </a:spcBef>
            </a:pPr>
            <a:r>
              <a:rPr sz="2350" spc="-40" dirty="0">
                <a:solidFill>
                  <a:srgbClr val="23231F"/>
                </a:solidFill>
                <a:latin typeface="Arial"/>
                <a:cs typeface="Arial"/>
              </a:rPr>
              <a:t>How</a:t>
            </a:r>
            <a:r>
              <a:rPr sz="2350" spc="-21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accu</a:t>
            </a:r>
            <a:r>
              <a:rPr sz="2350" dirty="0">
                <a:solidFill>
                  <a:srgbClr val="0A0A07"/>
                </a:solidFill>
                <a:latin typeface="Arial"/>
                <a:cs typeface="Arial"/>
              </a:rPr>
              <a:t>r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ateis</a:t>
            </a:r>
            <a:r>
              <a:rPr sz="2350" spc="-34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the</a:t>
            </a:r>
            <a:r>
              <a:rPr sz="2350" spc="-34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95" dirty="0">
                <a:solidFill>
                  <a:srgbClr val="23231F"/>
                </a:solidFill>
                <a:latin typeface="Arial"/>
                <a:cs typeface="Arial"/>
              </a:rPr>
              <a:t>answer</a:t>
            </a:r>
            <a:r>
              <a:rPr sz="2350" spc="-204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provided 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by</a:t>
            </a:r>
            <a:r>
              <a:rPr sz="2350" spc="-27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23231F"/>
                </a:solidFill>
                <a:latin typeface="Arial"/>
                <a:cs typeface="Arial"/>
              </a:rPr>
              <a:t>an</a:t>
            </a:r>
            <a:r>
              <a:rPr sz="2350" spc="-31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A</a:t>
            </a:r>
            <a:r>
              <a:rPr sz="2350" dirty="0">
                <a:solidFill>
                  <a:srgbClr val="0A0A07"/>
                </a:solidFill>
                <a:latin typeface="Arial"/>
                <a:cs typeface="Arial"/>
              </a:rPr>
              <a:t>l</a:t>
            </a:r>
            <a:r>
              <a:rPr sz="2350" spc="-295" dirty="0">
                <a:solidFill>
                  <a:srgbClr val="0A0A07"/>
                </a:solidFill>
                <a:latin typeface="Arial"/>
                <a:cs typeface="Arial"/>
              </a:rPr>
              <a:t> </a:t>
            </a:r>
            <a:r>
              <a:rPr sz="2350" spc="-55" dirty="0">
                <a:solidFill>
                  <a:srgbClr val="23231F"/>
                </a:solidFill>
                <a:latin typeface="Arial"/>
                <a:cs typeface="Arial"/>
              </a:rPr>
              <a:t>system</a:t>
            </a:r>
            <a:r>
              <a:rPr sz="2350" spc="-254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on</a:t>
            </a:r>
            <a:r>
              <a:rPr sz="2350" spc="-26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the</a:t>
            </a:r>
            <a:r>
              <a:rPr sz="2350" spc="-26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first</a:t>
            </a:r>
            <a:r>
              <a:rPr sz="2350" spc="-30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try?</a:t>
            </a:r>
            <a:r>
              <a:rPr sz="2350" spc="-42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23231F"/>
                </a:solidFill>
                <a:latin typeface="Arial"/>
                <a:cs typeface="Arial"/>
              </a:rPr>
              <a:t>This </a:t>
            </a:r>
            <a:r>
              <a:rPr sz="2350" spc="-35" dirty="0">
                <a:solidFill>
                  <a:srgbClr val="23231F"/>
                </a:solidFill>
                <a:latin typeface="Arial"/>
                <a:cs typeface="Arial"/>
              </a:rPr>
              <a:t>directly</a:t>
            </a:r>
            <a:r>
              <a:rPr sz="2350" spc="-17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23231F"/>
                </a:solidFill>
                <a:latin typeface="Arial"/>
                <a:cs typeface="Arial"/>
              </a:rPr>
              <a:t>measu</a:t>
            </a:r>
            <a:r>
              <a:rPr sz="2350" spc="-20" dirty="0">
                <a:solidFill>
                  <a:srgbClr val="0A0A07"/>
                </a:solidFill>
                <a:latin typeface="Arial"/>
                <a:cs typeface="Arial"/>
              </a:rPr>
              <a:t>r</a:t>
            </a:r>
            <a:r>
              <a:rPr sz="2350" spc="-20" dirty="0">
                <a:solidFill>
                  <a:srgbClr val="23231F"/>
                </a:solidFill>
                <a:latin typeface="Arial"/>
                <a:cs typeface="Arial"/>
              </a:rPr>
              <a:t>esthe</a:t>
            </a:r>
            <a:r>
              <a:rPr sz="2350" spc="-35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40" dirty="0">
                <a:solidFill>
                  <a:srgbClr val="23231F"/>
                </a:solidFill>
                <a:latin typeface="Arial"/>
                <a:cs typeface="Arial"/>
              </a:rPr>
              <a:t>quali</a:t>
            </a:r>
            <a:r>
              <a:rPr sz="2350" spc="-40" dirty="0">
                <a:solidFill>
                  <a:srgbClr val="0A0A07"/>
                </a:solidFill>
                <a:latin typeface="Arial"/>
                <a:cs typeface="Arial"/>
              </a:rPr>
              <a:t>t</a:t>
            </a:r>
            <a:r>
              <a:rPr sz="2350" spc="-40" dirty="0">
                <a:solidFill>
                  <a:srgbClr val="23231F"/>
                </a:solidFill>
                <a:latin typeface="Arial"/>
                <a:cs typeface="Arial"/>
              </a:rPr>
              <a:t>y</a:t>
            </a:r>
            <a:r>
              <a:rPr sz="2350" spc="-33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23231F"/>
                </a:solidFill>
                <a:latin typeface="Arial"/>
                <a:cs typeface="Arial"/>
              </a:rPr>
              <a:t>and </a:t>
            </a:r>
            <a:r>
              <a:rPr sz="2350" spc="-35" dirty="0">
                <a:solidFill>
                  <a:srgbClr val="23231F"/>
                </a:solidFill>
                <a:latin typeface="Arial"/>
                <a:cs typeface="Arial"/>
              </a:rPr>
              <a:t>trustwor</a:t>
            </a:r>
            <a:r>
              <a:rPr sz="2350" spc="-35" dirty="0">
                <a:solidFill>
                  <a:srgbClr val="0A0A07"/>
                </a:solidFill>
                <a:latin typeface="Arial"/>
                <a:cs typeface="Arial"/>
              </a:rPr>
              <a:t>t</a:t>
            </a:r>
            <a:r>
              <a:rPr sz="2350" spc="-35" dirty="0">
                <a:solidFill>
                  <a:srgbClr val="23231F"/>
                </a:solidFill>
                <a:latin typeface="Arial"/>
                <a:cs typeface="Arial"/>
              </a:rPr>
              <a:t>hiness</a:t>
            </a:r>
            <a:r>
              <a:rPr sz="2350" spc="-32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of</a:t>
            </a:r>
            <a:r>
              <a:rPr sz="2350" spc="-18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the</a:t>
            </a:r>
            <a:r>
              <a:rPr sz="2350" spc="-26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underly</a:t>
            </a:r>
            <a:r>
              <a:rPr sz="2350" spc="-10" dirty="0">
                <a:solidFill>
                  <a:srgbClr val="0A0A07"/>
                </a:solidFill>
                <a:latin typeface="Arial"/>
                <a:cs typeface="Arial"/>
              </a:rPr>
              <a:t>i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ng content.</a:t>
            </a:r>
            <a:endParaRPr sz="2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12060" y="6204678"/>
            <a:ext cx="4490085" cy="22301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808990" marR="822325" algn="ctr">
              <a:lnSpc>
                <a:spcPts val="3920"/>
              </a:lnSpc>
              <a:spcBef>
                <a:spcPts val="380"/>
              </a:spcBef>
            </a:pPr>
            <a:r>
              <a:rPr sz="3400" b="1" spc="-120" dirty="0">
                <a:solidFill>
                  <a:srgbClr val="0A0A07"/>
                </a:solidFill>
                <a:latin typeface="Arial"/>
                <a:cs typeface="Arial"/>
              </a:rPr>
              <a:t>Support</a:t>
            </a:r>
            <a:r>
              <a:rPr sz="3400" b="1" spc="-195" dirty="0">
                <a:solidFill>
                  <a:srgbClr val="0A0A07"/>
                </a:solidFill>
                <a:latin typeface="Arial"/>
                <a:cs typeface="Arial"/>
              </a:rPr>
              <a:t> </a:t>
            </a:r>
            <a:r>
              <a:rPr sz="3400" b="1" spc="-65" dirty="0">
                <a:solidFill>
                  <a:srgbClr val="0A0A07"/>
                </a:solidFill>
                <a:latin typeface="Arial"/>
                <a:cs typeface="Arial"/>
              </a:rPr>
              <a:t>Ticket </a:t>
            </a:r>
            <a:r>
              <a:rPr sz="3400" b="1" spc="-10" dirty="0">
                <a:solidFill>
                  <a:srgbClr val="0A0A07"/>
                </a:solidFill>
                <a:latin typeface="Arial"/>
                <a:cs typeface="Arial"/>
              </a:rPr>
              <a:t>Deflection</a:t>
            </a:r>
            <a:endParaRPr sz="3400">
              <a:latin typeface="Arial"/>
              <a:cs typeface="Arial"/>
            </a:endParaRPr>
          </a:p>
          <a:p>
            <a:pPr marL="12700" marR="5080" indent="15875" algn="ctr">
              <a:lnSpc>
                <a:spcPts val="2710"/>
              </a:lnSpc>
              <a:spcBef>
                <a:spcPts val="1170"/>
              </a:spcBef>
            </a:pPr>
            <a:r>
              <a:rPr sz="2350" spc="-95" dirty="0">
                <a:solidFill>
                  <a:srgbClr val="23231F"/>
                </a:solidFill>
                <a:latin typeface="Arial"/>
                <a:cs typeface="Arial"/>
              </a:rPr>
              <a:t>Can</a:t>
            </a:r>
            <a:r>
              <a:rPr sz="2350" spc="-34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23231F"/>
                </a:solidFill>
                <a:latin typeface="Arial"/>
                <a:cs typeface="Arial"/>
              </a:rPr>
              <a:t>you</a:t>
            </a:r>
            <a:r>
              <a:rPr sz="2350" spc="-32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30" dirty="0">
                <a:solidFill>
                  <a:srgbClr val="23231F"/>
                </a:solidFill>
                <a:latin typeface="Arial"/>
                <a:cs typeface="Arial"/>
              </a:rPr>
              <a:t>attribute</a:t>
            </a:r>
            <a:r>
              <a:rPr sz="2350" spc="-24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45" dirty="0">
                <a:solidFill>
                  <a:srgbClr val="23231F"/>
                </a:solidFill>
                <a:latin typeface="Arial"/>
                <a:cs typeface="Arial"/>
              </a:rPr>
              <a:t>a</a:t>
            </a:r>
            <a:r>
              <a:rPr sz="2350" spc="-27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55" dirty="0">
                <a:solidFill>
                  <a:srgbClr val="23231F"/>
                </a:solidFill>
                <a:latin typeface="Arial"/>
                <a:cs typeface="Arial"/>
              </a:rPr>
              <a:t>reduction</a:t>
            </a:r>
            <a:r>
              <a:rPr sz="2350" spc="-19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23231F"/>
                </a:solidFill>
                <a:latin typeface="Arial"/>
                <a:cs typeface="Arial"/>
              </a:rPr>
              <a:t>in </a:t>
            </a:r>
            <a:r>
              <a:rPr sz="2350" spc="-50" dirty="0">
                <a:solidFill>
                  <a:srgbClr val="23231F"/>
                </a:solidFill>
                <a:latin typeface="Arial"/>
                <a:cs typeface="Arial"/>
              </a:rPr>
              <a:t>support</a:t>
            </a:r>
            <a:r>
              <a:rPr sz="2350" spc="-6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tickets</a:t>
            </a:r>
            <a:r>
              <a:rPr sz="2350" spc="-32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to</a:t>
            </a:r>
            <a:r>
              <a:rPr sz="2350" spc="-9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aspecific</a:t>
            </a:r>
            <a:r>
              <a:rPr sz="2350" spc="-28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23231F"/>
                </a:solidFill>
                <a:latin typeface="Arial"/>
                <a:cs typeface="Arial"/>
              </a:rPr>
              <a:t>piece</a:t>
            </a:r>
            <a:r>
              <a:rPr sz="2350" spc="-30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23231F"/>
                </a:solidFill>
                <a:latin typeface="Arial"/>
                <a:cs typeface="Arial"/>
              </a:rPr>
              <a:t>of conte</a:t>
            </a:r>
            <a:r>
              <a:rPr sz="2350" spc="-25" dirty="0">
                <a:solidFill>
                  <a:srgbClr val="0A0A07"/>
                </a:solidFill>
                <a:latin typeface="Arial"/>
                <a:cs typeface="Arial"/>
              </a:rPr>
              <a:t>n</a:t>
            </a:r>
            <a:r>
              <a:rPr sz="2350" spc="-25" dirty="0">
                <a:solidFill>
                  <a:srgbClr val="23231F"/>
                </a:solidFill>
                <a:latin typeface="Arial"/>
                <a:cs typeface="Arial"/>
              </a:rPr>
              <a:t>t</a:t>
            </a:r>
            <a:r>
              <a:rPr sz="2350" spc="-19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23231F"/>
                </a:solidFill>
                <a:latin typeface="Arial"/>
                <a:cs typeface="Arial"/>
              </a:rPr>
              <a:t>that</a:t>
            </a:r>
            <a:r>
              <a:rPr sz="2350" spc="-32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45" dirty="0">
                <a:solidFill>
                  <a:srgbClr val="23231F"/>
                </a:solidFill>
                <a:latin typeface="Arial"/>
                <a:cs typeface="Arial"/>
              </a:rPr>
              <a:t>provided</a:t>
            </a:r>
            <a:r>
              <a:rPr sz="2350" spc="-28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45" dirty="0">
                <a:solidFill>
                  <a:srgbClr val="23231F"/>
                </a:solidFill>
                <a:latin typeface="Arial"/>
                <a:cs typeface="Arial"/>
              </a:rPr>
              <a:t>a</a:t>
            </a:r>
            <a:r>
              <a:rPr sz="2350" spc="-27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0A0A07"/>
                </a:solidFill>
                <a:latin typeface="Arial"/>
                <a:cs typeface="Arial"/>
              </a:rPr>
              <a:t>r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esolution?</a:t>
            </a:r>
            <a:endParaRPr sz="23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21858" y="6204678"/>
            <a:ext cx="4752975" cy="22301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66370" marR="168275" algn="ctr">
              <a:lnSpc>
                <a:spcPts val="3920"/>
              </a:lnSpc>
              <a:spcBef>
                <a:spcPts val="380"/>
              </a:spcBef>
            </a:pPr>
            <a:r>
              <a:rPr sz="3400" b="1" spc="-165" dirty="0">
                <a:solidFill>
                  <a:srgbClr val="0A0A07"/>
                </a:solidFill>
                <a:latin typeface="Arial"/>
                <a:cs typeface="Arial"/>
              </a:rPr>
              <a:t>Task</a:t>
            </a:r>
            <a:r>
              <a:rPr sz="3400" b="1" spc="-415" dirty="0">
                <a:solidFill>
                  <a:srgbClr val="0A0A07"/>
                </a:solidFill>
                <a:latin typeface="Arial"/>
                <a:cs typeface="Arial"/>
              </a:rPr>
              <a:t> </a:t>
            </a:r>
            <a:r>
              <a:rPr sz="3400" b="1" spc="-125" dirty="0">
                <a:solidFill>
                  <a:srgbClr val="0A0A07"/>
                </a:solidFill>
                <a:latin typeface="Arial"/>
                <a:cs typeface="Arial"/>
              </a:rPr>
              <a:t>Completion</a:t>
            </a:r>
            <a:r>
              <a:rPr sz="3400" b="1" spc="-225" dirty="0">
                <a:solidFill>
                  <a:srgbClr val="0A0A07"/>
                </a:solidFill>
                <a:latin typeface="Arial"/>
                <a:cs typeface="Arial"/>
              </a:rPr>
              <a:t> </a:t>
            </a:r>
            <a:r>
              <a:rPr sz="3400" b="1" spc="-80" dirty="0">
                <a:solidFill>
                  <a:srgbClr val="0A0A07"/>
                </a:solidFill>
                <a:latin typeface="Arial"/>
                <a:cs typeface="Arial"/>
              </a:rPr>
              <a:t>Rates </a:t>
            </a:r>
            <a:r>
              <a:rPr sz="3400" b="1" spc="-10" dirty="0">
                <a:solidFill>
                  <a:srgbClr val="0A0A07"/>
                </a:solidFill>
                <a:latin typeface="Arial"/>
                <a:cs typeface="Arial"/>
              </a:rPr>
              <a:t>(Human&amp;AI}</a:t>
            </a:r>
            <a:endParaRPr sz="3400">
              <a:latin typeface="Arial"/>
              <a:cs typeface="Arial"/>
            </a:endParaRPr>
          </a:p>
          <a:p>
            <a:pPr marL="12700" marR="5080" indent="10795" algn="ctr">
              <a:lnSpc>
                <a:spcPts val="2710"/>
              </a:lnSpc>
              <a:spcBef>
                <a:spcPts val="1170"/>
              </a:spcBef>
            </a:pPr>
            <a:r>
              <a:rPr sz="2350" spc="-80" dirty="0">
                <a:solidFill>
                  <a:srgbClr val="23231F"/>
                </a:solidFill>
                <a:latin typeface="Arial"/>
                <a:cs typeface="Arial"/>
              </a:rPr>
              <a:t>Were</a:t>
            </a:r>
            <a:r>
              <a:rPr sz="2350" spc="-39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55" dirty="0">
                <a:solidFill>
                  <a:srgbClr val="23231F"/>
                </a:solidFill>
                <a:latin typeface="Arial"/>
                <a:cs typeface="Arial"/>
              </a:rPr>
              <a:t>users</a:t>
            </a:r>
            <a:r>
              <a:rPr sz="2350" spc="-23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25" dirty="0">
                <a:solidFill>
                  <a:srgbClr val="23231F"/>
                </a:solidFill>
                <a:latin typeface="Arial"/>
                <a:cs typeface="Arial"/>
              </a:rPr>
              <a:t>(bot</a:t>
            </a:r>
            <a:r>
              <a:rPr sz="2350" spc="-25" dirty="0">
                <a:solidFill>
                  <a:srgbClr val="0A0A07"/>
                </a:solidFill>
                <a:latin typeface="Arial"/>
                <a:cs typeface="Arial"/>
              </a:rPr>
              <a:t>h</a:t>
            </a:r>
            <a:r>
              <a:rPr sz="2350" spc="-365" dirty="0">
                <a:solidFill>
                  <a:srgbClr val="0A0A07"/>
                </a:solidFill>
                <a:latin typeface="Arial"/>
                <a:cs typeface="Arial"/>
              </a:rPr>
              <a:t> </a:t>
            </a:r>
            <a:r>
              <a:rPr sz="2350" spc="-105" dirty="0">
                <a:solidFill>
                  <a:srgbClr val="23231F"/>
                </a:solidFill>
                <a:latin typeface="Arial"/>
                <a:cs typeface="Arial"/>
              </a:rPr>
              <a:t>human</a:t>
            </a:r>
            <a:r>
              <a:rPr sz="2350" spc="-204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35" dirty="0">
                <a:solidFill>
                  <a:srgbClr val="23231F"/>
                </a:solidFill>
                <a:latin typeface="Arial"/>
                <a:cs typeface="Arial"/>
              </a:rPr>
              <a:t>and</a:t>
            </a:r>
            <a:r>
              <a:rPr sz="2350" spc="-38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20" dirty="0">
                <a:solidFill>
                  <a:srgbClr val="23231F"/>
                </a:solidFill>
                <a:latin typeface="Arial"/>
                <a:cs typeface="Arial"/>
              </a:rPr>
              <a:t>bo</a:t>
            </a:r>
            <a:r>
              <a:rPr sz="2350" spc="-20" dirty="0">
                <a:solidFill>
                  <a:srgbClr val="0A0A07"/>
                </a:solidFill>
                <a:latin typeface="Arial"/>
                <a:cs typeface="Arial"/>
              </a:rPr>
              <a:t>t</a:t>
            </a:r>
            <a:r>
              <a:rPr sz="2350" spc="-20" dirty="0">
                <a:solidFill>
                  <a:srgbClr val="23231F"/>
                </a:solidFill>
                <a:latin typeface="Arial"/>
                <a:cs typeface="Arial"/>
              </a:rPr>
              <a:t>)</a:t>
            </a:r>
            <a:r>
              <a:rPr sz="2350" spc="58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55" dirty="0">
                <a:solidFill>
                  <a:srgbClr val="23231F"/>
                </a:solidFill>
                <a:latin typeface="Arial"/>
                <a:cs typeface="Arial"/>
              </a:rPr>
              <a:t>able</a:t>
            </a:r>
            <a:r>
              <a:rPr sz="2350" spc="-30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65" dirty="0">
                <a:solidFill>
                  <a:srgbClr val="23231F"/>
                </a:solidFill>
                <a:latin typeface="Arial"/>
                <a:cs typeface="Arial"/>
              </a:rPr>
              <a:t>to</a:t>
            </a:r>
            <a:r>
              <a:rPr sz="2350" spc="-37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55" dirty="0">
                <a:solidFill>
                  <a:srgbClr val="23231F"/>
                </a:solidFill>
                <a:latin typeface="Arial"/>
                <a:cs typeface="Arial"/>
              </a:rPr>
              <a:t>successfully</a:t>
            </a:r>
            <a:r>
              <a:rPr sz="2350" spc="-8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comp</a:t>
            </a:r>
            <a:r>
              <a:rPr sz="2350" spc="-10" dirty="0">
                <a:solidFill>
                  <a:srgbClr val="0A0A07"/>
                </a:solidFill>
                <a:latin typeface="Arial"/>
                <a:cs typeface="Arial"/>
              </a:rPr>
              <a:t>l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e</a:t>
            </a:r>
            <a:r>
              <a:rPr sz="2350" spc="-10" dirty="0">
                <a:solidFill>
                  <a:srgbClr val="0A0A07"/>
                </a:solidFill>
                <a:latin typeface="Arial"/>
                <a:cs typeface="Arial"/>
              </a:rPr>
              <a:t>t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e</a:t>
            </a:r>
            <a:r>
              <a:rPr sz="2350" spc="-10" dirty="0">
                <a:solidFill>
                  <a:srgbClr val="0A0A07"/>
                </a:solidFill>
                <a:latin typeface="Arial"/>
                <a:cs typeface="Arial"/>
              </a:rPr>
              <a:t>t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hetask </a:t>
            </a:r>
            <a:r>
              <a:rPr sz="2350" spc="-30" dirty="0">
                <a:solidFill>
                  <a:srgbClr val="23231F"/>
                </a:solidFill>
                <a:latin typeface="Arial"/>
                <a:cs typeface="Arial"/>
              </a:rPr>
              <a:t>they</a:t>
            </a:r>
            <a:r>
              <a:rPr sz="2350" spc="-31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set</a:t>
            </a:r>
            <a:r>
              <a:rPr sz="2350" spc="-24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out</a:t>
            </a:r>
            <a:r>
              <a:rPr sz="2350" spc="-31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to</a:t>
            </a:r>
            <a:r>
              <a:rPr sz="2350" spc="-25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3231F"/>
                </a:solidFill>
                <a:latin typeface="Arial"/>
                <a:cs typeface="Arial"/>
              </a:rPr>
              <a:t>do</a:t>
            </a:r>
            <a:r>
              <a:rPr sz="2350" spc="-31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70" dirty="0">
                <a:solidFill>
                  <a:srgbClr val="23231F"/>
                </a:solidFill>
                <a:latin typeface="Arial"/>
                <a:cs typeface="Arial"/>
              </a:rPr>
              <a:t>using</a:t>
            </a:r>
            <a:r>
              <a:rPr sz="2350" spc="-185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the</a:t>
            </a:r>
            <a:r>
              <a:rPr sz="2350" spc="-340" dirty="0">
                <a:solidFill>
                  <a:srgbClr val="23231F"/>
                </a:solidFill>
                <a:latin typeface="Arial"/>
                <a:cs typeface="Arial"/>
              </a:rPr>
              <a:t> </a:t>
            </a:r>
            <a:r>
              <a:rPr sz="2350" spc="-10" dirty="0">
                <a:solidFill>
                  <a:srgbClr val="23231F"/>
                </a:solidFill>
                <a:latin typeface="Arial"/>
                <a:cs typeface="Arial"/>
              </a:rPr>
              <a:t>content?</a:t>
            </a:r>
            <a:endParaRPr sz="2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1514" y="2144976"/>
            <a:ext cx="10673685" cy="7276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7337" y="383315"/>
            <a:ext cx="10474325" cy="132778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 indent="8890">
              <a:lnSpc>
                <a:spcPts val="4830"/>
              </a:lnSpc>
              <a:spcBef>
                <a:spcPts val="760"/>
              </a:spcBef>
            </a:pPr>
            <a:r>
              <a:rPr spc="-340" dirty="0">
                <a:solidFill>
                  <a:srgbClr val="1D1D1C"/>
                </a:solidFill>
              </a:rPr>
              <a:t>Your</a:t>
            </a:r>
            <a:r>
              <a:rPr spc="-345" dirty="0">
                <a:solidFill>
                  <a:srgbClr val="1D1D1C"/>
                </a:solidFill>
              </a:rPr>
              <a:t> </a:t>
            </a:r>
            <a:r>
              <a:rPr spc="-135" dirty="0">
                <a:solidFill>
                  <a:srgbClr val="1D1D1C"/>
                </a:solidFill>
              </a:rPr>
              <a:t>role</a:t>
            </a:r>
            <a:r>
              <a:rPr spc="-620" dirty="0">
                <a:solidFill>
                  <a:srgbClr val="1D1D1C"/>
                </a:solidFill>
              </a:rPr>
              <a:t> </a:t>
            </a:r>
            <a:r>
              <a:rPr spc="-40" dirty="0">
                <a:solidFill>
                  <a:srgbClr val="1D1D1C"/>
                </a:solidFill>
              </a:rPr>
              <a:t>is</a:t>
            </a:r>
            <a:r>
              <a:rPr spc="-735" dirty="0">
                <a:solidFill>
                  <a:srgbClr val="1D1D1C"/>
                </a:solidFill>
              </a:rPr>
              <a:t> </a:t>
            </a:r>
            <a:r>
              <a:rPr spc="-210" dirty="0">
                <a:solidFill>
                  <a:srgbClr val="1D1D1C"/>
                </a:solidFill>
              </a:rPr>
              <a:t>evolving</a:t>
            </a:r>
            <a:r>
              <a:rPr spc="-220" dirty="0">
                <a:solidFill>
                  <a:srgbClr val="1D1D1C"/>
                </a:solidFill>
              </a:rPr>
              <a:t> </a:t>
            </a:r>
            <a:r>
              <a:rPr spc="-135" dirty="0">
                <a:solidFill>
                  <a:srgbClr val="1D1D1C"/>
                </a:solidFill>
              </a:rPr>
              <a:t>from</a:t>
            </a:r>
            <a:r>
              <a:rPr spc="-585" dirty="0">
                <a:solidFill>
                  <a:srgbClr val="1D1D1C"/>
                </a:solidFill>
              </a:rPr>
              <a:t> </a:t>
            </a:r>
            <a:r>
              <a:rPr spc="-155" dirty="0">
                <a:solidFill>
                  <a:srgbClr val="1D1D1C"/>
                </a:solidFill>
              </a:rPr>
              <a:t>Content</a:t>
            </a:r>
            <a:r>
              <a:rPr spc="-195" dirty="0">
                <a:solidFill>
                  <a:srgbClr val="1D1D1C"/>
                </a:solidFill>
              </a:rPr>
              <a:t> </a:t>
            </a:r>
            <a:r>
              <a:rPr spc="-130" dirty="0">
                <a:solidFill>
                  <a:srgbClr val="1D1D1C"/>
                </a:solidFill>
              </a:rPr>
              <a:t>Creator </a:t>
            </a:r>
            <a:r>
              <a:rPr spc="-10" dirty="0">
                <a:solidFill>
                  <a:srgbClr val="1D1D1C"/>
                </a:solidFill>
              </a:rPr>
              <a:t>to</a:t>
            </a:r>
            <a:r>
              <a:rPr spc="-610" dirty="0">
                <a:solidFill>
                  <a:srgbClr val="1D1D1C"/>
                </a:solidFill>
              </a:rPr>
              <a:t> </a:t>
            </a:r>
            <a:r>
              <a:rPr spc="-155" dirty="0">
                <a:solidFill>
                  <a:srgbClr val="1D1D1C"/>
                </a:solidFill>
              </a:rPr>
              <a:t>Content</a:t>
            </a:r>
            <a:r>
              <a:rPr spc="-260" dirty="0">
                <a:solidFill>
                  <a:srgbClr val="1D1D1C"/>
                </a:solidFill>
              </a:rPr>
              <a:t> </a:t>
            </a:r>
            <a:r>
              <a:rPr spc="-105" dirty="0">
                <a:solidFill>
                  <a:srgbClr val="1D1D1C"/>
                </a:solidFill>
              </a:rPr>
              <a:t>Orchestrator.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6167" y="2081212"/>
            <a:ext cx="5877560" cy="6763384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2860" marR="273685" indent="5715" algn="just">
              <a:lnSpc>
                <a:spcPct val="96000"/>
              </a:lnSpc>
              <a:spcBef>
                <a:spcPts val="225"/>
              </a:spcBef>
            </a:pPr>
            <a:r>
              <a:rPr sz="2400" spc="-45" dirty="0">
                <a:solidFill>
                  <a:srgbClr val="1D1D1C"/>
                </a:solidFill>
                <a:latin typeface="Arial"/>
                <a:cs typeface="Arial"/>
              </a:rPr>
              <a:t>Writers</a:t>
            </a:r>
            <a:r>
              <a:rPr sz="2400" spc="-32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15" dirty="0">
                <a:solidFill>
                  <a:srgbClr val="1D1D1C"/>
                </a:solidFill>
                <a:latin typeface="Arial"/>
                <a:cs typeface="Arial"/>
              </a:rPr>
              <a:t>are</a:t>
            </a:r>
            <a:r>
              <a:rPr sz="2400" spc="-37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srgbClr val="1D1D1C"/>
                </a:solidFill>
                <a:latin typeface="Arial"/>
                <a:cs typeface="Arial"/>
              </a:rPr>
              <a:t>no</a:t>
            </a:r>
            <a:r>
              <a:rPr sz="2400" spc="-36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1D1D1C"/>
                </a:solidFill>
                <a:latin typeface="Arial"/>
                <a:cs typeface="Arial"/>
              </a:rPr>
              <a:t>longer</a:t>
            </a:r>
            <a:r>
              <a:rPr sz="2400" spc="-17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D1D1C"/>
                </a:solidFill>
                <a:latin typeface="Arial"/>
                <a:cs typeface="Arial"/>
              </a:rPr>
              <a:t>judged</a:t>
            </a:r>
            <a:r>
              <a:rPr sz="2400" spc="-18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D1D1C"/>
                </a:solidFill>
                <a:latin typeface="Arial"/>
                <a:cs typeface="Arial"/>
              </a:rPr>
              <a:t>just</a:t>
            </a:r>
            <a:r>
              <a:rPr sz="2400" spc="-20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10" dirty="0">
                <a:solidFill>
                  <a:srgbClr val="1D1D1C"/>
                </a:solidFill>
                <a:latin typeface="Arial"/>
                <a:cs typeface="Arial"/>
              </a:rPr>
              <a:t>on</a:t>
            </a:r>
            <a:r>
              <a:rPr sz="2400" spc="-29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1D1D1C"/>
                </a:solidFill>
                <a:latin typeface="Arial"/>
                <a:cs typeface="Arial"/>
              </a:rPr>
              <a:t>writing.</a:t>
            </a:r>
            <a:r>
              <a:rPr sz="2400" spc="-3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20" dirty="0">
                <a:solidFill>
                  <a:srgbClr val="1D1D1C"/>
                </a:solidFill>
                <a:latin typeface="Arial"/>
                <a:cs typeface="Arial"/>
              </a:rPr>
              <a:t>Thenew</a:t>
            </a:r>
            <a:r>
              <a:rPr sz="2400" spc="-29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1D1D1C"/>
                </a:solidFill>
                <a:latin typeface="Arial"/>
                <a:cs typeface="Arial"/>
              </a:rPr>
              <a:t>discipline</a:t>
            </a:r>
            <a:r>
              <a:rPr sz="2400" spc="-32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D1D1C"/>
                </a:solidFill>
                <a:latin typeface="Arial"/>
                <a:cs typeface="Arial"/>
              </a:rPr>
              <a:t>requires</a:t>
            </a:r>
            <a:r>
              <a:rPr sz="2400" spc="-13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40" dirty="0">
                <a:solidFill>
                  <a:srgbClr val="1D1D1C"/>
                </a:solidFill>
                <a:latin typeface="Arial"/>
                <a:cs typeface="Arial"/>
              </a:rPr>
              <a:t>a</a:t>
            </a:r>
            <a:r>
              <a:rPr sz="2400" spc="-33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D1D1C"/>
                </a:solidFill>
                <a:latin typeface="Arial"/>
                <a:cs typeface="Arial"/>
              </a:rPr>
              <a:t>different</a:t>
            </a:r>
            <a:r>
              <a:rPr sz="2400" spc="-8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D1D1C"/>
                </a:solidFill>
                <a:latin typeface="Arial"/>
                <a:cs typeface="Arial"/>
              </a:rPr>
              <a:t>set</a:t>
            </a:r>
            <a:r>
              <a:rPr sz="2400" spc="-204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D1D1C"/>
                </a:solidFill>
                <a:latin typeface="Arial"/>
                <a:cs typeface="Arial"/>
              </a:rPr>
              <a:t>of</a:t>
            </a:r>
            <a:r>
              <a:rPr sz="2400" spc="-2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2F2F2B"/>
                </a:solidFill>
                <a:latin typeface="Arial"/>
                <a:cs typeface="Arial"/>
              </a:rPr>
              <a:t>skills</a:t>
            </a:r>
            <a:r>
              <a:rPr sz="2400" spc="-325" dirty="0">
                <a:solidFill>
                  <a:srgbClr val="2F2F2B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1D1D1C"/>
                </a:solidFill>
                <a:latin typeface="Arial"/>
                <a:cs typeface="Arial"/>
              </a:rPr>
              <a:t>and</a:t>
            </a:r>
            <a:r>
              <a:rPr sz="2400" spc="-32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1D1D1C"/>
                </a:solidFill>
                <a:latin typeface="Arial"/>
                <a:cs typeface="Arial"/>
              </a:rPr>
              <a:t>responsibilities:</a:t>
            </a:r>
            <a:endParaRPr sz="2400">
              <a:latin typeface="Arial"/>
              <a:cs typeface="Arial"/>
            </a:endParaRPr>
          </a:p>
          <a:p>
            <a:pPr marL="403225" marR="250825" indent="-260350">
              <a:lnSpc>
                <a:spcPct val="95800"/>
              </a:lnSpc>
              <a:spcBef>
                <a:spcPts val="2120"/>
              </a:spcBef>
              <a:buFont typeface="Arial"/>
              <a:buChar char="•"/>
              <a:tabLst>
                <a:tab pos="407034" algn="l"/>
              </a:tabLst>
            </a:pPr>
            <a:r>
              <a:rPr sz="2450" b="1" spc="-155" dirty="0">
                <a:solidFill>
                  <a:srgbClr val="070705"/>
                </a:solidFill>
                <a:latin typeface="Arial"/>
                <a:cs typeface="Arial"/>
              </a:rPr>
              <a:t>Knowledge</a:t>
            </a:r>
            <a:r>
              <a:rPr sz="2450" b="1" spc="-75" dirty="0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sz="2450" b="1" spc="-120" dirty="0">
                <a:solidFill>
                  <a:srgbClr val="070705"/>
                </a:solidFill>
                <a:latin typeface="Arial"/>
                <a:cs typeface="Arial"/>
              </a:rPr>
              <a:t>Modeler:</a:t>
            </a:r>
            <a:r>
              <a:rPr sz="2450" b="1" spc="-280" dirty="0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D1D1C"/>
                </a:solidFill>
                <a:latin typeface="Arial"/>
                <a:cs typeface="Arial"/>
              </a:rPr>
              <a:t>Structuring 	</a:t>
            </a:r>
            <a:r>
              <a:rPr sz="2400" spc="-55" dirty="0">
                <a:solidFill>
                  <a:srgbClr val="1D1D1C"/>
                </a:solidFill>
                <a:latin typeface="Arial"/>
                <a:cs typeface="Arial"/>
              </a:rPr>
              <a:t>information</a:t>
            </a:r>
            <a:r>
              <a:rPr sz="2400" spc="-12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D1D1C"/>
                </a:solidFill>
                <a:latin typeface="Arial"/>
                <a:cs typeface="Arial"/>
              </a:rPr>
              <a:t>somachines</a:t>
            </a:r>
            <a:r>
              <a:rPr sz="2400" spc="-10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1D1D1C"/>
                </a:solidFill>
                <a:latin typeface="Arial"/>
                <a:cs typeface="Arial"/>
              </a:rPr>
              <a:t>can</a:t>
            </a:r>
            <a:r>
              <a:rPr sz="2400" spc="-27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1D1D1C"/>
                </a:solidFill>
                <a:latin typeface="Arial"/>
                <a:cs typeface="Arial"/>
              </a:rPr>
              <a:t>reason</a:t>
            </a:r>
            <a:r>
              <a:rPr sz="2400" spc="-21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D1D1C"/>
                </a:solidFill>
                <a:latin typeface="Arial"/>
                <a:cs typeface="Arial"/>
              </a:rPr>
              <a:t>over 	</a:t>
            </a:r>
            <a:r>
              <a:rPr sz="2400" spc="-25" dirty="0">
                <a:solidFill>
                  <a:srgbClr val="1D1D1C"/>
                </a:solidFill>
                <a:latin typeface="Arial"/>
                <a:cs typeface="Arial"/>
              </a:rPr>
              <a:t>it.</a:t>
            </a:r>
            <a:endParaRPr sz="2400">
              <a:latin typeface="Arial"/>
              <a:cs typeface="Arial"/>
            </a:endParaRPr>
          </a:p>
          <a:p>
            <a:pPr marL="411480" marR="179070" indent="-268605">
              <a:lnSpc>
                <a:spcPts val="2710"/>
              </a:lnSpc>
              <a:spcBef>
                <a:spcPts val="869"/>
              </a:spcBef>
              <a:buChar char="•"/>
              <a:tabLst>
                <a:tab pos="411480" algn="l"/>
                <a:tab pos="415925" algn="l"/>
              </a:tabLst>
            </a:pPr>
            <a:r>
              <a:rPr sz="2450" dirty="0">
                <a:solidFill>
                  <a:srgbClr val="070705"/>
                </a:solidFill>
                <a:latin typeface="Arial"/>
                <a:cs typeface="Arial"/>
              </a:rPr>
              <a:t>	</a:t>
            </a:r>
            <a:r>
              <a:rPr sz="2450" b="1" spc="-155" dirty="0">
                <a:solidFill>
                  <a:srgbClr val="070705"/>
                </a:solidFill>
                <a:latin typeface="Arial"/>
                <a:cs typeface="Arial"/>
              </a:rPr>
              <a:t>Systems</a:t>
            </a:r>
            <a:r>
              <a:rPr sz="2450" b="1" spc="-275" dirty="0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sz="2450" b="1" spc="-140" dirty="0">
                <a:solidFill>
                  <a:srgbClr val="070705"/>
                </a:solidFill>
                <a:latin typeface="Arial"/>
                <a:cs typeface="Arial"/>
              </a:rPr>
              <a:t>Thinker:</a:t>
            </a:r>
            <a:r>
              <a:rPr sz="2450" b="1" spc="-270" dirty="0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1D1D1C"/>
                </a:solidFill>
                <a:latin typeface="Arial"/>
                <a:cs typeface="Arial"/>
              </a:rPr>
              <a:t>Establishing</a:t>
            </a:r>
            <a:r>
              <a:rPr sz="2400" spc="-7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D1D1C"/>
                </a:solidFill>
                <a:latin typeface="Arial"/>
                <a:cs typeface="Arial"/>
              </a:rPr>
              <a:t>workflows </a:t>
            </a:r>
            <a:r>
              <a:rPr sz="2400" dirty="0">
                <a:solidFill>
                  <a:srgbClr val="1D1D1C"/>
                </a:solidFill>
                <a:latin typeface="Arial"/>
                <a:cs typeface="Arial"/>
              </a:rPr>
              <a:t>for</a:t>
            </a:r>
            <a:r>
              <a:rPr sz="2400" spc="-21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rgbClr val="1D1D1C"/>
                </a:solidFill>
                <a:latin typeface="Arial"/>
                <a:cs typeface="Arial"/>
              </a:rPr>
              <a:t>continuous,</a:t>
            </a:r>
            <a:r>
              <a:rPr sz="2400" spc="-13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D1D1C"/>
                </a:solidFill>
                <a:latin typeface="Arial"/>
                <a:cs typeface="Arial"/>
              </a:rPr>
              <a:t>automated</a:t>
            </a:r>
            <a:r>
              <a:rPr sz="2400" spc="-19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D1D1C"/>
                </a:solidFill>
                <a:latin typeface="Arial"/>
                <a:cs typeface="Arial"/>
              </a:rPr>
              <a:t>delivery.</a:t>
            </a:r>
            <a:endParaRPr sz="2400">
              <a:latin typeface="Arial"/>
              <a:cs typeface="Arial"/>
            </a:endParaRPr>
          </a:p>
          <a:p>
            <a:pPr marL="409575" marR="371475" indent="-266700">
              <a:lnSpc>
                <a:spcPts val="2710"/>
              </a:lnSpc>
              <a:spcBef>
                <a:spcPts val="1920"/>
              </a:spcBef>
              <a:buChar char="•"/>
              <a:tabLst>
                <a:tab pos="409575" algn="l"/>
                <a:tab pos="412115" algn="l"/>
              </a:tabLst>
            </a:pPr>
            <a:r>
              <a:rPr sz="2450" dirty="0">
                <a:solidFill>
                  <a:srgbClr val="070705"/>
                </a:solidFill>
                <a:latin typeface="Arial"/>
                <a:cs typeface="Arial"/>
              </a:rPr>
              <a:t>	</a:t>
            </a:r>
            <a:r>
              <a:rPr sz="2450" b="1" spc="-155" dirty="0">
                <a:solidFill>
                  <a:srgbClr val="070705"/>
                </a:solidFill>
                <a:latin typeface="Arial"/>
                <a:cs typeface="Arial"/>
              </a:rPr>
              <a:t>Governance</a:t>
            </a:r>
            <a:r>
              <a:rPr sz="2450" b="1" spc="-200" dirty="0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sz="2450" b="1" spc="-10" dirty="0">
                <a:solidFill>
                  <a:srgbClr val="070705"/>
                </a:solidFill>
                <a:latin typeface="Arial"/>
                <a:cs typeface="Arial"/>
              </a:rPr>
              <a:t>Expert</a:t>
            </a:r>
            <a:r>
              <a:rPr sz="2450" b="1" spc="-10" dirty="0">
                <a:solidFill>
                  <a:srgbClr val="2F2F2B"/>
                </a:solidFill>
                <a:latin typeface="Arial"/>
                <a:cs typeface="Arial"/>
              </a:rPr>
              <a:t>:</a:t>
            </a:r>
            <a:r>
              <a:rPr sz="2400" spc="-10" dirty="0">
                <a:solidFill>
                  <a:srgbClr val="1D1D1C"/>
                </a:solidFill>
                <a:latin typeface="Arial"/>
                <a:cs typeface="Arial"/>
              </a:rPr>
              <a:t>Maintaining </a:t>
            </a:r>
            <a:r>
              <a:rPr sz="2400" spc="-65" dirty="0">
                <a:solidFill>
                  <a:srgbClr val="1D1D1C"/>
                </a:solidFill>
                <a:latin typeface="Arial"/>
                <a:cs typeface="Arial"/>
              </a:rPr>
              <a:t>terminology,</a:t>
            </a:r>
            <a:r>
              <a:rPr sz="2400" spc="-24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1D1D1C"/>
                </a:solidFill>
                <a:latin typeface="Arial"/>
                <a:cs typeface="Arial"/>
              </a:rPr>
              <a:t>rules,</a:t>
            </a:r>
            <a:r>
              <a:rPr sz="2400" spc="-39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D1D1C"/>
                </a:solidFill>
                <a:latin typeface="Arial"/>
                <a:cs typeface="Arial"/>
              </a:rPr>
              <a:t>and</a:t>
            </a:r>
            <a:r>
              <a:rPr sz="2400" spc="-34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1D1D1C"/>
                </a:solidFill>
                <a:latin typeface="Arial"/>
                <a:cs typeface="Arial"/>
              </a:rPr>
              <a:t>content</a:t>
            </a:r>
            <a:r>
              <a:rPr sz="2400" spc="-11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D1D1C"/>
                </a:solidFill>
                <a:latin typeface="Arial"/>
                <a:cs typeface="Arial"/>
              </a:rPr>
              <a:t>systems.</a:t>
            </a:r>
            <a:endParaRPr sz="2400">
              <a:latin typeface="Arial"/>
              <a:cs typeface="Arial"/>
            </a:endParaRPr>
          </a:p>
          <a:p>
            <a:pPr marL="409575" marR="29209" indent="-266700">
              <a:lnSpc>
                <a:spcPct val="95800"/>
              </a:lnSpc>
              <a:spcBef>
                <a:spcPts val="1760"/>
              </a:spcBef>
              <a:buChar char="•"/>
              <a:tabLst>
                <a:tab pos="409575" algn="l"/>
                <a:tab pos="414020" algn="l"/>
              </a:tabLst>
            </a:pPr>
            <a:r>
              <a:rPr sz="2450" dirty="0">
                <a:solidFill>
                  <a:srgbClr val="070705"/>
                </a:solidFill>
                <a:latin typeface="Arial"/>
                <a:cs typeface="Arial"/>
              </a:rPr>
              <a:t>	</a:t>
            </a:r>
            <a:r>
              <a:rPr sz="2450" b="1" spc="-85" dirty="0">
                <a:solidFill>
                  <a:srgbClr val="070705"/>
                </a:solidFill>
                <a:latin typeface="Arial"/>
                <a:cs typeface="Arial"/>
              </a:rPr>
              <a:t>Al</a:t>
            </a:r>
            <a:r>
              <a:rPr sz="2450" b="1" spc="-345" dirty="0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sz="2450" b="1" spc="-130" dirty="0">
                <a:solidFill>
                  <a:srgbClr val="070705"/>
                </a:solidFill>
                <a:latin typeface="Arial"/>
                <a:cs typeface="Arial"/>
              </a:rPr>
              <a:t>Orchestrator:</a:t>
            </a:r>
            <a:r>
              <a:rPr sz="2450" b="1" spc="-170" dirty="0">
                <a:solidFill>
                  <a:srgbClr val="070705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D1D1C"/>
                </a:solidFill>
                <a:latin typeface="Arial"/>
                <a:cs typeface="Arial"/>
              </a:rPr>
              <a:t>Building</a:t>
            </a:r>
            <a:r>
              <a:rPr sz="2400" spc="-21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D1D1C"/>
                </a:solidFill>
                <a:latin typeface="Arial"/>
                <a:cs typeface="Arial"/>
              </a:rPr>
              <a:t>and</a:t>
            </a:r>
            <a:r>
              <a:rPr sz="2400" spc="-40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D1D1C"/>
                </a:solidFill>
                <a:latin typeface="Arial"/>
                <a:cs typeface="Arial"/>
              </a:rPr>
              <a:t>managing </a:t>
            </a:r>
            <a:r>
              <a:rPr sz="2400" dirty="0">
                <a:solidFill>
                  <a:srgbClr val="1D1D1C"/>
                </a:solidFill>
                <a:latin typeface="Arial"/>
                <a:cs typeface="Arial"/>
              </a:rPr>
              <a:t>the</a:t>
            </a:r>
            <a:r>
              <a:rPr sz="2400" spc="-27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2F2F2B"/>
                </a:solidFill>
                <a:latin typeface="Arial"/>
                <a:cs typeface="Arial"/>
              </a:rPr>
              <a:t>"content</a:t>
            </a:r>
            <a:r>
              <a:rPr sz="2400" spc="-70" dirty="0">
                <a:solidFill>
                  <a:srgbClr val="2F2F2B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rgbClr val="1D1D1C"/>
                </a:solidFill>
                <a:latin typeface="Arial"/>
                <a:cs typeface="Arial"/>
              </a:rPr>
              <a:t>factory"</a:t>
            </a:r>
            <a:r>
              <a:rPr sz="2400" spc="-12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2F2F2B"/>
                </a:solidFill>
                <a:latin typeface="Arial"/>
                <a:cs typeface="Arial"/>
              </a:rPr>
              <a:t>itself,</a:t>
            </a:r>
            <a:r>
              <a:rPr sz="2400" spc="-409" dirty="0">
                <a:solidFill>
                  <a:srgbClr val="2F2F2B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D1D1C"/>
                </a:solidFill>
                <a:latin typeface="Arial"/>
                <a:cs typeface="Arial"/>
              </a:rPr>
              <a:t>not</a:t>
            </a:r>
            <a:r>
              <a:rPr sz="2400" spc="-18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D1D1C"/>
                </a:solidFill>
                <a:latin typeface="Arial"/>
                <a:cs typeface="Arial"/>
              </a:rPr>
              <a:t>just</a:t>
            </a:r>
            <a:r>
              <a:rPr sz="2400" spc="-18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D1D1C"/>
                </a:solidFill>
                <a:latin typeface="Arial"/>
                <a:cs typeface="Arial"/>
              </a:rPr>
              <a:t>working </a:t>
            </a:r>
            <a:r>
              <a:rPr sz="2400" dirty="0">
                <a:solidFill>
                  <a:srgbClr val="1D1D1C"/>
                </a:solidFill>
                <a:latin typeface="Arial"/>
                <a:cs typeface="Arial"/>
              </a:rPr>
              <a:t>on</a:t>
            </a:r>
            <a:r>
              <a:rPr sz="2400" spc="-29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D1D1C"/>
                </a:solidFill>
                <a:latin typeface="Arial"/>
                <a:cs typeface="Arial"/>
              </a:rPr>
              <a:t>the</a:t>
            </a:r>
            <a:r>
              <a:rPr sz="2400" spc="-36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1D1D1C"/>
                </a:solidFill>
                <a:latin typeface="Arial"/>
                <a:cs typeface="Arial"/>
              </a:rPr>
              <a:t>assembly</a:t>
            </a:r>
            <a:r>
              <a:rPr sz="2400" spc="-11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1D1D1C"/>
                </a:solidFill>
                <a:latin typeface="Arial"/>
                <a:cs typeface="Arial"/>
              </a:rPr>
              <a:t>line</a:t>
            </a:r>
            <a:r>
              <a:rPr sz="2400" spc="-20" dirty="0">
                <a:solidFill>
                  <a:srgbClr val="494946"/>
                </a:solidFill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14604" marR="5080" indent="-2540">
              <a:lnSpc>
                <a:spcPct val="96000"/>
              </a:lnSpc>
              <a:spcBef>
                <a:spcPts val="2160"/>
              </a:spcBef>
            </a:pPr>
            <a:r>
              <a:rPr sz="2400" spc="-30" dirty="0">
                <a:solidFill>
                  <a:srgbClr val="1D1D1C"/>
                </a:solidFill>
                <a:latin typeface="Arial"/>
                <a:cs typeface="Arial"/>
              </a:rPr>
              <a:t>This</a:t>
            </a:r>
            <a:r>
              <a:rPr sz="2400" spc="-31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1D1D1C"/>
                </a:solidFill>
                <a:latin typeface="Arial"/>
                <a:cs typeface="Arial"/>
              </a:rPr>
              <a:t>is</a:t>
            </a:r>
            <a:r>
              <a:rPr sz="2400" spc="-32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80" dirty="0">
                <a:solidFill>
                  <a:srgbClr val="1D1D1C"/>
                </a:solidFill>
                <a:latin typeface="Arial"/>
                <a:cs typeface="Arial"/>
              </a:rPr>
              <a:t>a</a:t>
            </a:r>
            <a:r>
              <a:rPr sz="2400" spc="-36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D1D1C"/>
                </a:solidFill>
                <a:latin typeface="Arial"/>
                <a:cs typeface="Arial"/>
              </a:rPr>
              <a:t>shift</a:t>
            </a:r>
            <a:r>
              <a:rPr sz="2400" spc="-12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95" dirty="0">
                <a:solidFill>
                  <a:srgbClr val="1D1D1C"/>
                </a:solidFill>
                <a:latin typeface="Arial"/>
                <a:cs typeface="Arial"/>
              </a:rPr>
              <a:t>to</a:t>
            </a:r>
            <a:r>
              <a:rPr sz="2400" spc="-41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130" dirty="0">
                <a:solidFill>
                  <a:srgbClr val="1D1D1C"/>
                </a:solidFill>
                <a:latin typeface="Arial"/>
                <a:cs typeface="Arial"/>
              </a:rPr>
              <a:t>a</a:t>
            </a:r>
            <a:r>
              <a:rPr sz="2400" spc="-35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2F2F2B"/>
                </a:solidFill>
                <a:latin typeface="Arial"/>
                <a:cs typeface="Arial"/>
              </a:rPr>
              <a:t>"data</a:t>
            </a:r>
            <a:r>
              <a:rPr sz="2400" spc="-335" dirty="0">
                <a:solidFill>
                  <a:srgbClr val="2F2F2B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1D1D1C"/>
                </a:solidFill>
                <a:latin typeface="Arial"/>
                <a:cs typeface="Arial"/>
              </a:rPr>
              <a:t>discipline.''</a:t>
            </a:r>
            <a:r>
              <a:rPr sz="2400" spc="-6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D1D1C"/>
                </a:solidFill>
                <a:latin typeface="Arial"/>
                <a:cs typeface="Arial"/>
              </a:rPr>
              <a:t>building </a:t>
            </a:r>
            <a:r>
              <a:rPr sz="2400" spc="-70" dirty="0">
                <a:solidFill>
                  <a:srgbClr val="1D1D1C"/>
                </a:solidFill>
                <a:latin typeface="Arial"/>
                <a:cs typeface="Arial"/>
              </a:rPr>
              <a:t>durable</a:t>
            </a:r>
            <a:r>
              <a:rPr sz="2400" spc="-15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1D1D1C"/>
                </a:solidFill>
                <a:latin typeface="Arial"/>
                <a:cs typeface="Arial"/>
              </a:rPr>
              <a:t>systems</a:t>
            </a:r>
            <a:r>
              <a:rPr sz="2400" spc="-13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1D1D1C"/>
                </a:solidFill>
                <a:latin typeface="Arial"/>
                <a:cs typeface="Arial"/>
              </a:rPr>
              <a:t>and</a:t>
            </a:r>
            <a:r>
              <a:rPr sz="2400" spc="-31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D1D1C"/>
                </a:solidFill>
                <a:latin typeface="Arial"/>
                <a:cs typeface="Arial"/>
              </a:rPr>
              <a:t>processes</a:t>
            </a:r>
            <a:r>
              <a:rPr sz="2400" spc="-2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1D1D1C"/>
                </a:solidFill>
                <a:latin typeface="Arial"/>
                <a:cs typeface="Arial"/>
              </a:rPr>
              <a:t>that</a:t>
            </a:r>
            <a:r>
              <a:rPr sz="2400" spc="-18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D1D1C"/>
                </a:solidFill>
                <a:latin typeface="Arial"/>
                <a:cs typeface="Arial"/>
              </a:rPr>
              <a:t>empower </a:t>
            </a:r>
            <a:r>
              <a:rPr sz="2400" dirty="0">
                <a:solidFill>
                  <a:srgbClr val="1D1D1C"/>
                </a:solidFill>
                <a:latin typeface="Arial"/>
                <a:cs typeface="Arial"/>
              </a:rPr>
              <a:t>the</a:t>
            </a:r>
            <a:r>
              <a:rPr sz="2400" spc="-32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1D1D1C"/>
                </a:solidFill>
                <a:latin typeface="Arial"/>
                <a:cs typeface="Arial"/>
              </a:rPr>
              <a:t>next</a:t>
            </a:r>
            <a:r>
              <a:rPr sz="2400" spc="-13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1D1D1C"/>
                </a:solidFill>
                <a:latin typeface="Arial"/>
                <a:cs typeface="Arial"/>
              </a:rPr>
              <a:t>generation </a:t>
            </a:r>
            <a:r>
              <a:rPr sz="2400" spc="-20" dirty="0">
                <a:solidFill>
                  <a:srgbClr val="1D1D1C"/>
                </a:solidFill>
                <a:latin typeface="Arial"/>
                <a:cs typeface="Arial"/>
              </a:rPr>
              <a:t>of</a:t>
            </a:r>
            <a:r>
              <a:rPr sz="2400" spc="-8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D1D1C"/>
                </a:solidFill>
                <a:latin typeface="Arial"/>
                <a:cs typeface="Arial"/>
              </a:rPr>
              <a:t>authors</a:t>
            </a:r>
            <a:r>
              <a:rPr sz="2400" spc="-215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D1D1C"/>
                </a:solidFill>
                <a:latin typeface="Arial"/>
                <a:cs typeface="Arial"/>
              </a:rPr>
              <a:t>and</a:t>
            </a:r>
            <a:r>
              <a:rPr sz="2400" spc="-350" dirty="0">
                <a:solidFill>
                  <a:srgbClr val="1D1D1C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D1D1C"/>
                </a:solidFill>
                <a:latin typeface="Arial"/>
                <a:cs typeface="Arial"/>
              </a:rPr>
              <a:t>Al.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92118" y="9402597"/>
            <a:ext cx="101028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1D1D1C"/>
                </a:solidFill>
                <a:latin typeface="Arial"/>
                <a:cs typeface="Arial"/>
              </a:rPr>
              <a:t>NotebookLM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688" y="3421591"/>
            <a:ext cx="993479" cy="91916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0636" y="4493948"/>
            <a:ext cx="891584" cy="86809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688" y="5515239"/>
            <a:ext cx="968005" cy="8680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0636" y="6510999"/>
            <a:ext cx="891584" cy="9446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77936" y="4008833"/>
            <a:ext cx="3922971" cy="301281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08489" y="3447124"/>
            <a:ext cx="968005" cy="81703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335857" y="4468414"/>
            <a:ext cx="662319" cy="89363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259436" y="5540771"/>
            <a:ext cx="891584" cy="79150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1323121" y="6817384"/>
            <a:ext cx="0" cy="511175"/>
          </a:xfrm>
          <a:custGeom>
            <a:avLst/>
            <a:gdLst/>
            <a:ahLst/>
            <a:cxnLst/>
            <a:rect l="l" t="t" r="r" b="b"/>
            <a:pathLst>
              <a:path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04244" y="6332271"/>
            <a:ext cx="1273810" cy="0"/>
          </a:xfrm>
          <a:custGeom>
            <a:avLst/>
            <a:gdLst/>
            <a:ahLst/>
            <a:cxnLst/>
            <a:rect l="l" t="t" r="r" b="b"/>
            <a:pathLst>
              <a:path w="1273809">
                <a:moveTo>
                  <a:pt x="0" y="0"/>
                </a:moveTo>
                <a:lnTo>
                  <a:pt x="1273691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463227" y="6664190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4">
                <a:moveTo>
                  <a:pt x="0" y="0"/>
                </a:moveTo>
                <a:lnTo>
                  <a:pt x="48400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04244" y="7072707"/>
            <a:ext cx="1477645" cy="0"/>
          </a:xfrm>
          <a:custGeom>
            <a:avLst/>
            <a:gdLst/>
            <a:ahLst/>
            <a:cxnLst/>
            <a:rect l="l" t="t" r="r" b="b"/>
            <a:pathLst>
              <a:path w="1477645">
                <a:moveTo>
                  <a:pt x="0" y="0"/>
                </a:moveTo>
                <a:lnTo>
                  <a:pt x="1477482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729760" y="376931"/>
            <a:ext cx="14605635" cy="151701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 marR="5080" indent="19685">
              <a:lnSpc>
                <a:spcPts val="5530"/>
              </a:lnSpc>
              <a:spcBef>
                <a:spcPts val="850"/>
              </a:spcBef>
            </a:pPr>
            <a:r>
              <a:rPr sz="5150" spc="-320" dirty="0">
                <a:solidFill>
                  <a:srgbClr val="030301"/>
                </a:solidFill>
              </a:rPr>
              <a:t>To</a:t>
            </a:r>
            <a:r>
              <a:rPr sz="5150" spc="-615" dirty="0">
                <a:solidFill>
                  <a:srgbClr val="030301"/>
                </a:solidFill>
              </a:rPr>
              <a:t> </a:t>
            </a:r>
            <a:r>
              <a:rPr sz="5150" spc="-150" dirty="0">
                <a:solidFill>
                  <a:srgbClr val="030301"/>
                </a:solidFill>
              </a:rPr>
              <a:t>prove</a:t>
            </a:r>
            <a:r>
              <a:rPr sz="5150" spc="-409" dirty="0">
                <a:solidFill>
                  <a:srgbClr val="030301"/>
                </a:solidFill>
              </a:rPr>
              <a:t> </a:t>
            </a:r>
            <a:r>
              <a:rPr sz="5150" spc="-235" dirty="0">
                <a:solidFill>
                  <a:srgbClr val="030301"/>
                </a:solidFill>
              </a:rPr>
              <a:t>your</a:t>
            </a:r>
            <a:r>
              <a:rPr sz="5150" spc="-170" dirty="0">
                <a:solidFill>
                  <a:srgbClr val="030301"/>
                </a:solidFill>
              </a:rPr>
              <a:t> </a:t>
            </a:r>
            <a:r>
              <a:rPr sz="5150" spc="-180" dirty="0">
                <a:solidFill>
                  <a:srgbClr val="030301"/>
                </a:solidFill>
              </a:rPr>
              <a:t>value,</a:t>
            </a:r>
            <a:r>
              <a:rPr sz="5150" spc="-375" dirty="0">
                <a:solidFill>
                  <a:srgbClr val="030301"/>
                </a:solidFill>
              </a:rPr>
              <a:t> </a:t>
            </a:r>
            <a:r>
              <a:rPr sz="5150" spc="-195" dirty="0">
                <a:solidFill>
                  <a:srgbClr val="030301"/>
                </a:solidFill>
              </a:rPr>
              <a:t>you</a:t>
            </a:r>
            <a:r>
              <a:rPr sz="5150" spc="-500" dirty="0">
                <a:solidFill>
                  <a:srgbClr val="030301"/>
                </a:solidFill>
              </a:rPr>
              <a:t> </a:t>
            </a:r>
            <a:r>
              <a:rPr sz="5150" spc="-190" dirty="0">
                <a:solidFill>
                  <a:srgbClr val="030301"/>
                </a:solidFill>
              </a:rPr>
              <a:t>must</a:t>
            </a:r>
            <a:r>
              <a:rPr sz="5150" spc="-275" dirty="0">
                <a:solidFill>
                  <a:srgbClr val="030301"/>
                </a:solidFill>
              </a:rPr>
              <a:t> </a:t>
            </a:r>
            <a:r>
              <a:rPr sz="5150" spc="-114" dirty="0">
                <a:solidFill>
                  <a:srgbClr val="030301"/>
                </a:solidFill>
              </a:rPr>
              <a:t>speak</a:t>
            </a:r>
            <a:r>
              <a:rPr sz="5150" spc="-185" dirty="0">
                <a:solidFill>
                  <a:srgbClr val="030301"/>
                </a:solidFill>
              </a:rPr>
              <a:t> </a:t>
            </a:r>
            <a:r>
              <a:rPr sz="5150" spc="-10" dirty="0">
                <a:solidFill>
                  <a:srgbClr val="030301"/>
                </a:solidFill>
              </a:rPr>
              <a:t>the</a:t>
            </a:r>
            <a:r>
              <a:rPr sz="5150" spc="-635" dirty="0">
                <a:solidFill>
                  <a:srgbClr val="030301"/>
                </a:solidFill>
              </a:rPr>
              <a:t> </a:t>
            </a:r>
            <a:r>
              <a:rPr sz="5150" spc="-100" dirty="0">
                <a:solidFill>
                  <a:srgbClr val="030301"/>
                </a:solidFill>
              </a:rPr>
              <a:t>language </a:t>
            </a:r>
            <a:r>
              <a:rPr sz="5150" spc="-114" dirty="0">
                <a:solidFill>
                  <a:srgbClr val="030301"/>
                </a:solidFill>
              </a:rPr>
              <a:t>leaders</a:t>
            </a:r>
            <a:r>
              <a:rPr sz="5150" spc="-305" dirty="0">
                <a:solidFill>
                  <a:srgbClr val="030301"/>
                </a:solidFill>
              </a:rPr>
              <a:t> </a:t>
            </a:r>
            <a:r>
              <a:rPr sz="5150" spc="-140" dirty="0">
                <a:solidFill>
                  <a:srgbClr val="030301"/>
                </a:solidFill>
              </a:rPr>
              <a:t>already</a:t>
            </a:r>
            <a:r>
              <a:rPr sz="5150" spc="-385" dirty="0">
                <a:solidFill>
                  <a:srgbClr val="030301"/>
                </a:solidFill>
              </a:rPr>
              <a:t> </a:t>
            </a:r>
            <a:r>
              <a:rPr sz="5150" spc="-70" dirty="0">
                <a:solidFill>
                  <a:srgbClr val="030301"/>
                </a:solidFill>
              </a:rPr>
              <a:t>understand.</a:t>
            </a:r>
            <a:endParaRPr sz="5150"/>
          </a:p>
        </p:txBody>
      </p:sp>
      <p:sp>
        <p:nvSpPr>
          <p:cNvPr id="15" name="object 15"/>
          <p:cNvSpPr txBox="1"/>
          <p:nvPr/>
        </p:nvSpPr>
        <p:spPr>
          <a:xfrm>
            <a:off x="741019" y="2247173"/>
            <a:ext cx="5190490" cy="891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590">
              <a:lnSpc>
                <a:spcPts val="3940"/>
              </a:lnSpc>
              <a:spcBef>
                <a:spcPts val="114"/>
              </a:spcBef>
            </a:pPr>
            <a:r>
              <a:rPr sz="3300" b="1" spc="-130" dirty="0">
                <a:solidFill>
                  <a:srgbClr val="030301"/>
                </a:solidFill>
                <a:latin typeface="Arial"/>
                <a:cs typeface="Arial"/>
              </a:rPr>
              <a:t>What</a:t>
            </a:r>
            <a:r>
              <a:rPr sz="3300" b="1" spc="-170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3300" b="1" spc="-110" dirty="0">
                <a:solidFill>
                  <a:srgbClr val="030301"/>
                </a:solidFill>
                <a:latin typeface="Arial"/>
                <a:cs typeface="Arial"/>
              </a:rPr>
              <a:t>We</a:t>
            </a:r>
            <a:r>
              <a:rPr sz="3300" b="1" spc="-455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3300" b="1" spc="-150" dirty="0">
                <a:solidFill>
                  <a:srgbClr val="030301"/>
                </a:solidFill>
                <a:latin typeface="Arial"/>
                <a:cs typeface="Arial"/>
              </a:rPr>
              <a:t>Want</a:t>
            </a:r>
            <a:r>
              <a:rPr sz="3300" b="1" spc="-330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3300" b="1" spc="-10" dirty="0">
                <a:solidFill>
                  <a:srgbClr val="030301"/>
                </a:solidFill>
                <a:latin typeface="Arial"/>
                <a:cs typeface="Arial"/>
              </a:rPr>
              <a:t>to</a:t>
            </a:r>
            <a:r>
              <a:rPr sz="3300" b="1" spc="-434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3300" b="1" spc="-190" dirty="0">
                <a:solidFill>
                  <a:srgbClr val="030301"/>
                </a:solidFill>
                <a:latin typeface="Arial"/>
                <a:cs typeface="Arial"/>
              </a:rPr>
              <a:t>Talk </a:t>
            </a:r>
            <a:r>
              <a:rPr sz="3300" b="1" spc="-114" dirty="0">
                <a:solidFill>
                  <a:srgbClr val="030301"/>
                </a:solidFill>
                <a:latin typeface="Arial"/>
                <a:cs typeface="Arial"/>
              </a:rPr>
              <a:t>About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2860"/>
              </a:lnSpc>
            </a:pPr>
            <a:r>
              <a:rPr sz="2400" spc="-85" dirty="0">
                <a:solidFill>
                  <a:srgbClr val="131311"/>
                </a:solidFill>
                <a:latin typeface="Arial"/>
                <a:cs typeface="Arial"/>
              </a:rPr>
              <a:t>Neue</a:t>
            </a:r>
            <a:r>
              <a:rPr sz="2400" spc="-295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131311"/>
                </a:solidFill>
                <a:latin typeface="Arial"/>
                <a:cs typeface="Arial"/>
              </a:rPr>
              <a:t>Haas</a:t>
            </a:r>
            <a:r>
              <a:rPr sz="2400" spc="-335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232321"/>
                </a:solidFill>
                <a:latin typeface="Arial"/>
                <a:cs typeface="Arial"/>
              </a:rPr>
              <a:t>Grotesk</a:t>
            </a:r>
            <a:r>
              <a:rPr sz="2400" spc="-24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rgbClr val="131311"/>
                </a:solidFill>
                <a:latin typeface="Arial"/>
                <a:cs typeface="Arial"/>
              </a:rPr>
              <a:t>Disp</a:t>
            </a:r>
            <a:r>
              <a:rPr sz="2400" spc="-70" dirty="0">
                <a:solidFill>
                  <a:srgbClr val="3A3A38"/>
                </a:solidFill>
                <a:latin typeface="Arial"/>
                <a:cs typeface="Arial"/>
              </a:rPr>
              <a:t>lay</a:t>
            </a:r>
            <a:r>
              <a:rPr sz="2400" spc="-390" dirty="0">
                <a:solidFill>
                  <a:srgbClr val="3A3A38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232321"/>
                </a:solidFill>
                <a:latin typeface="Arial"/>
                <a:cs typeface="Arial"/>
              </a:rPr>
              <a:t>Pro</a:t>
            </a:r>
            <a:r>
              <a:rPr sz="2400" spc="-32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32321"/>
                </a:solidFill>
                <a:latin typeface="Arial"/>
                <a:cs typeface="Arial"/>
              </a:rPr>
              <a:t>Medium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21608" y="2247173"/>
            <a:ext cx="5495925" cy="891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590">
              <a:lnSpc>
                <a:spcPts val="3940"/>
              </a:lnSpc>
              <a:spcBef>
                <a:spcPts val="114"/>
              </a:spcBef>
            </a:pPr>
            <a:r>
              <a:rPr sz="3300" b="1" spc="-130" dirty="0">
                <a:solidFill>
                  <a:srgbClr val="030301"/>
                </a:solidFill>
                <a:latin typeface="Arial"/>
                <a:cs typeface="Arial"/>
              </a:rPr>
              <a:t>What</a:t>
            </a:r>
            <a:r>
              <a:rPr sz="3300" b="1" spc="-295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3300" b="1" spc="-155" dirty="0">
                <a:solidFill>
                  <a:srgbClr val="030301"/>
                </a:solidFill>
                <a:latin typeface="Arial"/>
                <a:cs typeface="Arial"/>
              </a:rPr>
              <a:t>Leadership</a:t>
            </a:r>
            <a:r>
              <a:rPr sz="3300" b="1" spc="-229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3300" b="1" spc="-120" dirty="0">
                <a:solidFill>
                  <a:srgbClr val="030301"/>
                </a:solidFill>
                <a:latin typeface="Arial"/>
                <a:cs typeface="Arial"/>
              </a:rPr>
              <a:t>Cares</a:t>
            </a:r>
            <a:r>
              <a:rPr sz="3300" b="1" spc="-335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3300" b="1" spc="-114" dirty="0">
                <a:solidFill>
                  <a:srgbClr val="030301"/>
                </a:solidFill>
                <a:latin typeface="Arial"/>
                <a:cs typeface="Arial"/>
              </a:rPr>
              <a:t>About</a:t>
            </a:r>
            <a:endParaRPr sz="3300">
              <a:latin typeface="Arial"/>
              <a:cs typeface="Arial"/>
            </a:endParaRPr>
          </a:p>
          <a:p>
            <a:pPr marL="12700">
              <a:lnSpc>
                <a:spcPts val="2860"/>
              </a:lnSpc>
            </a:pPr>
            <a:r>
              <a:rPr sz="2400" spc="-85" dirty="0">
                <a:solidFill>
                  <a:srgbClr val="131311"/>
                </a:solidFill>
                <a:latin typeface="Arial"/>
                <a:cs typeface="Arial"/>
              </a:rPr>
              <a:t>Neue</a:t>
            </a:r>
            <a:r>
              <a:rPr sz="2400" spc="-300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rgbClr val="131311"/>
                </a:solidFill>
                <a:latin typeface="Arial"/>
                <a:cs typeface="Arial"/>
              </a:rPr>
              <a:t>Haas</a:t>
            </a:r>
            <a:r>
              <a:rPr sz="2400" spc="-335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232321"/>
                </a:solidFill>
                <a:latin typeface="Arial"/>
                <a:cs typeface="Arial"/>
              </a:rPr>
              <a:t>Grotesk</a:t>
            </a:r>
            <a:r>
              <a:rPr sz="2400" spc="-254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85" dirty="0">
                <a:solidFill>
                  <a:srgbClr val="131311"/>
                </a:solidFill>
                <a:latin typeface="Arial"/>
                <a:cs typeface="Arial"/>
              </a:rPr>
              <a:t>Disp</a:t>
            </a:r>
            <a:r>
              <a:rPr sz="2400" spc="-85" dirty="0">
                <a:solidFill>
                  <a:srgbClr val="3A3A38"/>
                </a:solidFill>
                <a:latin typeface="Arial"/>
                <a:cs typeface="Arial"/>
              </a:rPr>
              <a:t>lay</a:t>
            </a:r>
            <a:r>
              <a:rPr sz="2400" spc="-175" dirty="0">
                <a:solidFill>
                  <a:srgbClr val="3A3A38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31311"/>
                </a:solidFill>
                <a:latin typeface="Arial"/>
                <a:cs typeface="Arial"/>
              </a:rPr>
              <a:t>Pro</a:t>
            </a:r>
            <a:r>
              <a:rPr sz="2400" spc="-315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131311"/>
                </a:solidFill>
                <a:latin typeface="Arial"/>
                <a:cs typeface="Arial"/>
              </a:rPr>
              <a:t>Medium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47012" y="3638681"/>
            <a:ext cx="2889885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-50" dirty="0">
                <a:solidFill>
                  <a:srgbClr val="131311"/>
                </a:solidFill>
                <a:latin typeface="Arial"/>
                <a:cs typeface="Arial"/>
              </a:rPr>
              <a:t>Structured</a:t>
            </a:r>
            <a:r>
              <a:rPr sz="2800" spc="-150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131311"/>
                </a:solidFill>
                <a:latin typeface="Arial"/>
                <a:cs typeface="Arial"/>
              </a:rPr>
              <a:t>Content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48694" y="4659974"/>
            <a:ext cx="1475740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-55" dirty="0">
                <a:solidFill>
                  <a:srgbClr val="030301"/>
                </a:solidFill>
                <a:latin typeface="Arial"/>
                <a:cs typeface="Arial"/>
              </a:rPr>
              <a:t>Parsibilit</a:t>
            </a:r>
            <a:r>
              <a:rPr sz="2800" spc="-55" dirty="0">
                <a:solidFill>
                  <a:srgbClr val="232321"/>
                </a:solidFill>
                <a:latin typeface="Arial"/>
                <a:cs typeface="Arial"/>
              </a:rPr>
              <a:t>y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47980" y="5694032"/>
            <a:ext cx="2010410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-110" dirty="0">
                <a:solidFill>
                  <a:srgbClr val="030301"/>
                </a:solidFill>
                <a:latin typeface="Arial"/>
                <a:cs typeface="Arial"/>
              </a:rPr>
              <a:t>R</a:t>
            </a:r>
            <a:r>
              <a:rPr sz="2800" spc="-110" dirty="0">
                <a:solidFill>
                  <a:srgbClr val="232321"/>
                </a:solidFill>
                <a:latin typeface="Arial"/>
                <a:cs typeface="Arial"/>
              </a:rPr>
              <a:t>euse</a:t>
            </a:r>
            <a:r>
              <a:rPr sz="2800" spc="-38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030301"/>
                </a:solidFill>
                <a:latin typeface="Arial"/>
                <a:cs typeface="Arial"/>
              </a:rPr>
              <a:t>Ratio</a:t>
            </a:r>
            <a:r>
              <a:rPr sz="2800" spc="-45" dirty="0">
                <a:solidFill>
                  <a:srgbClr val="232321"/>
                </a:solidFill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58323" y="6715324"/>
            <a:ext cx="2392680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-70" dirty="0">
                <a:solidFill>
                  <a:srgbClr val="131311"/>
                </a:solidFill>
                <a:latin typeface="Arial"/>
                <a:cs typeface="Arial"/>
              </a:rPr>
              <a:t>Content</a:t>
            </a:r>
            <a:r>
              <a:rPr sz="2800" spc="-285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131311"/>
                </a:solidFill>
                <a:latin typeface="Arial"/>
                <a:cs typeface="Arial"/>
              </a:rPr>
              <a:t>Models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479516" y="3638681"/>
            <a:ext cx="2512695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-140" dirty="0">
                <a:solidFill>
                  <a:srgbClr val="131311"/>
                </a:solidFill>
                <a:latin typeface="Arial"/>
                <a:cs typeface="Arial"/>
              </a:rPr>
              <a:t>Revenue</a:t>
            </a:r>
            <a:r>
              <a:rPr sz="2800" spc="-265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131311"/>
                </a:solidFill>
                <a:latin typeface="Arial"/>
                <a:cs typeface="Arial"/>
              </a:rPr>
              <a:t>Growth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477835" y="4672739"/>
            <a:ext cx="2727325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-90" dirty="0">
                <a:solidFill>
                  <a:srgbClr val="131311"/>
                </a:solidFill>
                <a:latin typeface="Arial"/>
                <a:cs typeface="Arial"/>
              </a:rPr>
              <a:t>Operational</a:t>
            </a:r>
            <a:r>
              <a:rPr sz="2800" spc="-120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31311"/>
                </a:solidFill>
                <a:latin typeface="Arial"/>
                <a:cs typeface="Arial"/>
              </a:rPr>
              <a:t>Costs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77122" y="5694032"/>
            <a:ext cx="3039110" cy="45465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00" spc="-95" dirty="0">
                <a:solidFill>
                  <a:srgbClr val="131311"/>
                </a:solidFill>
                <a:latin typeface="Arial"/>
                <a:cs typeface="Arial"/>
              </a:rPr>
              <a:t>Customer</a:t>
            </a:r>
            <a:r>
              <a:rPr sz="2800" spc="-40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030301"/>
                </a:solidFill>
                <a:latin typeface="Arial"/>
                <a:cs typeface="Arial"/>
              </a:rPr>
              <a:t>Retenti</a:t>
            </a:r>
            <a:r>
              <a:rPr sz="2800" spc="-50" dirty="0">
                <a:solidFill>
                  <a:srgbClr val="232321"/>
                </a:solidFill>
                <a:latin typeface="Arial"/>
                <a:cs typeface="Arial"/>
              </a:rPr>
              <a:t>o</a:t>
            </a:r>
            <a:r>
              <a:rPr sz="2800" spc="-50" dirty="0">
                <a:solidFill>
                  <a:srgbClr val="030301"/>
                </a:solidFill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1314460" y="7098239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4">
                <a:moveTo>
                  <a:pt x="0" y="0"/>
                </a:moveTo>
                <a:lnTo>
                  <a:pt x="649582" y="0"/>
                </a:lnTo>
              </a:path>
            </a:pathLst>
          </a:custGeom>
          <a:ln w="12766">
            <a:solidFill>
              <a:srgbClr val="B397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301758" y="6166379"/>
            <a:ext cx="3538854" cy="1128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84275" algn="l"/>
              </a:tabLst>
            </a:pPr>
            <a:r>
              <a:rPr sz="7200" spc="-25" dirty="0">
                <a:solidFill>
                  <a:srgbClr val="B3976E"/>
                </a:solidFill>
                <a:latin typeface="Arial"/>
                <a:cs typeface="Arial"/>
              </a:rPr>
              <a:t>ru</a:t>
            </a:r>
            <a:r>
              <a:rPr sz="7200" dirty="0">
                <a:solidFill>
                  <a:srgbClr val="B3976E"/>
                </a:solidFill>
                <a:latin typeface="Arial"/>
                <a:cs typeface="Arial"/>
              </a:rPr>
              <a:t>	</a:t>
            </a:r>
            <a:r>
              <a:rPr sz="2800" spc="-55" dirty="0">
                <a:solidFill>
                  <a:srgbClr val="131311"/>
                </a:solidFill>
                <a:latin typeface="Arial"/>
                <a:cs typeface="Arial"/>
              </a:rPr>
              <a:t>Time-</a:t>
            </a:r>
            <a:r>
              <a:rPr sz="2800" spc="-45" dirty="0">
                <a:solidFill>
                  <a:srgbClr val="131311"/>
                </a:solidFill>
                <a:latin typeface="Arial"/>
                <a:cs typeface="Arial"/>
              </a:rPr>
              <a:t>to-</a:t>
            </a:r>
            <a:r>
              <a:rPr sz="2800" spc="-40" dirty="0">
                <a:solidFill>
                  <a:srgbClr val="131311"/>
                </a:solidFill>
                <a:latin typeface="Arial"/>
                <a:cs typeface="Arial"/>
              </a:rPr>
              <a:t>Market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600"/>
              </a:lnSpc>
            </a:pPr>
            <a:r>
              <a:rPr sz="1300" spc="-70" dirty="0">
                <a:solidFill>
                  <a:srgbClr val="3A3A38"/>
                </a:solidFill>
              </a:rPr>
              <a:t>I'S\</a:t>
            </a:r>
            <a:r>
              <a:rPr sz="1300" spc="-20" dirty="0">
                <a:solidFill>
                  <a:srgbClr val="3A3A38"/>
                </a:solidFill>
              </a:rPr>
              <a:t> </a:t>
            </a:r>
            <a:r>
              <a:rPr spc="-10" dirty="0"/>
              <a:t>NotebookLM</a:t>
            </a:r>
            <a:endParaRPr sz="1300"/>
          </a:p>
        </p:txBody>
      </p:sp>
      <p:sp>
        <p:nvSpPr>
          <p:cNvPr id="26" name="object 26"/>
          <p:cNvSpPr txBox="1"/>
          <p:nvPr/>
        </p:nvSpPr>
        <p:spPr>
          <a:xfrm>
            <a:off x="750655" y="7851509"/>
            <a:ext cx="16146780" cy="12617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14"/>
              </a:spcBef>
            </a:pPr>
            <a:r>
              <a:rPr sz="3300" b="1" spc="-70" dirty="0">
                <a:solidFill>
                  <a:srgbClr val="030301"/>
                </a:solidFill>
                <a:latin typeface="Arial"/>
                <a:cs typeface="Arial"/>
              </a:rPr>
              <a:t>The</a:t>
            </a:r>
            <a:r>
              <a:rPr sz="3300" b="1" spc="-555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3300" b="1" spc="-125" dirty="0">
                <a:solidFill>
                  <a:srgbClr val="030301"/>
                </a:solidFill>
                <a:latin typeface="Arial"/>
                <a:cs typeface="Arial"/>
              </a:rPr>
              <a:t>Bottom</a:t>
            </a:r>
            <a:r>
              <a:rPr sz="3300" b="1" spc="-345" dirty="0">
                <a:solidFill>
                  <a:srgbClr val="030301"/>
                </a:solidFill>
                <a:latin typeface="Arial"/>
                <a:cs typeface="Arial"/>
              </a:rPr>
              <a:t> </a:t>
            </a:r>
            <a:r>
              <a:rPr sz="3300" b="1" spc="-20" dirty="0">
                <a:solidFill>
                  <a:srgbClr val="030301"/>
                </a:solidFill>
                <a:latin typeface="Arial"/>
                <a:cs typeface="Arial"/>
              </a:rPr>
              <a:t>Line</a:t>
            </a:r>
            <a:endParaRPr sz="3300">
              <a:latin typeface="Arial"/>
              <a:cs typeface="Arial"/>
            </a:endParaRPr>
          </a:p>
          <a:p>
            <a:pPr marL="13970" marR="5080" indent="-1905">
              <a:lnSpc>
                <a:spcPts val="2810"/>
              </a:lnSpc>
              <a:spcBef>
                <a:spcPts val="210"/>
              </a:spcBef>
            </a:pPr>
            <a:r>
              <a:rPr sz="2400" spc="-135" dirty="0">
                <a:solidFill>
                  <a:srgbClr val="232321"/>
                </a:solidFill>
                <a:latin typeface="Arial"/>
                <a:cs typeface="Arial"/>
              </a:rPr>
              <a:t>Your</a:t>
            </a:r>
            <a:r>
              <a:rPr sz="2400" spc="-229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232321"/>
                </a:solidFill>
                <a:latin typeface="Arial"/>
                <a:cs typeface="Arial"/>
              </a:rPr>
              <a:t>most</a:t>
            </a:r>
            <a:r>
              <a:rPr sz="2400" spc="-204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232321"/>
                </a:solidFill>
                <a:latin typeface="Arial"/>
                <a:cs typeface="Arial"/>
              </a:rPr>
              <a:t>important</a:t>
            </a:r>
            <a:r>
              <a:rPr sz="2400" spc="-1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232321"/>
                </a:solidFill>
                <a:latin typeface="Arial"/>
                <a:cs typeface="Arial"/>
              </a:rPr>
              <a:t>job</a:t>
            </a:r>
            <a:r>
              <a:rPr sz="2400" spc="-33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50" dirty="0">
                <a:solidFill>
                  <a:srgbClr val="232321"/>
                </a:solidFill>
                <a:latin typeface="Arial"/>
                <a:cs typeface="Arial"/>
              </a:rPr>
              <a:t>is</a:t>
            </a:r>
            <a:r>
              <a:rPr sz="2400" spc="-35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32321"/>
                </a:solidFill>
                <a:latin typeface="Arial"/>
                <a:cs typeface="Arial"/>
              </a:rPr>
              <a:t>to</a:t>
            </a:r>
            <a:r>
              <a:rPr sz="2400" spc="-10" dirty="0">
                <a:solidFill>
                  <a:srgbClr val="131311"/>
                </a:solidFill>
                <a:latin typeface="Arial"/>
                <a:cs typeface="Arial"/>
              </a:rPr>
              <a:t>trans</a:t>
            </a:r>
            <a:r>
              <a:rPr sz="2400" spc="-10" dirty="0">
                <a:solidFill>
                  <a:srgbClr val="3A3A38"/>
                </a:solidFill>
                <a:latin typeface="Arial"/>
                <a:cs typeface="Arial"/>
              </a:rPr>
              <a:t>late</a:t>
            </a:r>
            <a:r>
              <a:rPr sz="2400" spc="-375" dirty="0">
                <a:solidFill>
                  <a:srgbClr val="3A3A38"/>
                </a:solidFill>
                <a:latin typeface="Arial"/>
                <a:cs typeface="Arial"/>
              </a:rPr>
              <a:t> </a:t>
            </a:r>
            <a:r>
              <a:rPr sz="2400" spc="-45" dirty="0">
                <a:solidFill>
                  <a:srgbClr val="232321"/>
                </a:solidFill>
                <a:latin typeface="Arial"/>
                <a:cs typeface="Arial"/>
              </a:rPr>
              <a:t>your</a:t>
            </a:r>
            <a:r>
              <a:rPr sz="2400" spc="-24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131311"/>
                </a:solidFill>
                <a:latin typeface="Arial"/>
                <a:cs typeface="Arial"/>
              </a:rPr>
              <a:t>team</a:t>
            </a:r>
            <a:r>
              <a:rPr sz="2400" spc="-75" dirty="0">
                <a:solidFill>
                  <a:srgbClr val="3A3A38"/>
                </a:solidFill>
                <a:latin typeface="Arial"/>
                <a:cs typeface="Arial"/>
              </a:rPr>
              <a:t>'s</a:t>
            </a:r>
            <a:r>
              <a:rPr sz="2400" spc="-300" dirty="0">
                <a:solidFill>
                  <a:srgbClr val="3A3A38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232321"/>
                </a:solidFill>
                <a:latin typeface="Arial"/>
                <a:cs typeface="Arial"/>
              </a:rPr>
              <a:t>work</a:t>
            </a:r>
            <a:r>
              <a:rPr sz="2400" spc="-29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40" dirty="0">
                <a:solidFill>
                  <a:srgbClr val="232321"/>
                </a:solidFill>
                <a:latin typeface="Arial"/>
                <a:cs typeface="Arial"/>
              </a:rPr>
              <a:t>into</a:t>
            </a:r>
            <a:r>
              <a:rPr sz="2400" spc="-25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25" dirty="0">
                <a:solidFill>
                  <a:srgbClr val="131311"/>
                </a:solidFill>
                <a:latin typeface="Arial"/>
                <a:cs typeface="Arial"/>
              </a:rPr>
              <a:t>the</a:t>
            </a:r>
            <a:r>
              <a:rPr sz="2400" spc="-25" dirty="0">
                <a:solidFill>
                  <a:srgbClr val="232321"/>
                </a:solidFill>
                <a:latin typeface="Arial"/>
                <a:cs typeface="Arial"/>
              </a:rPr>
              <a:t>metrics</a:t>
            </a:r>
            <a:r>
              <a:rPr sz="2400" spc="-33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131311"/>
                </a:solidFill>
                <a:latin typeface="Arial"/>
                <a:cs typeface="Arial"/>
              </a:rPr>
              <a:t>the</a:t>
            </a:r>
            <a:r>
              <a:rPr sz="2400" spc="-65" dirty="0">
                <a:solidFill>
                  <a:srgbClr val="232321"/>
                </a:solidFill>
                <a:latin typeface="Arial"/>
                <a:cs typeface="Arial"/>
              </a:rPr>
              <a:t>business</a:t>
            </a:r>
            <a:r>
              <a:rPr sz="2400" spc="-16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232321"/>
                </a:solidFill>
                <a:latin typeface="Arial"/>
                <a:cs typeface="Arial"/>
              </a:rPr>
              <a:t>already</a:t>
            </a:r>
            <a:r>
              <a:rPr sz="2400" spc="-60" dirty="0">
                <a:solidFill>
                  <a:srgbClr val="131311"/>
                </a:solidFill>
                <a:latin typeface="Arial"/>
                <a:cs typeface="Arial"/>
              </a:rPr>
              <a:t>uses</a:t>
            </a:r>
            <a:r>
              <a:rPr sz="2400" spc="-330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232321"/>
                </a:solidFill>
                <a:latin typeface="Arial"/>
                <a:cs typeface="Arial"/>
              </a:rPr>
              <a:t>tomeasure</a:t>
            </a:r>
            <a:r>
              <a:rPr sz="2400" spc="-32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232321"/>
                </a:solidFill>
                <a:latin typeface="Arial"/>
                <a:cs typeface="Arial"/>
              </a:rPr>
              <a:t>success.</a:t>
            </a:r>
            <a:r>
              <a:rPr sz="2400" spc="-30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131311"/>
                </a:solidFill>
                <a:latin typeface="Arial"/>
                <a:cs typeface="Arial"/>
              </a:rPr>
              <a:t>Don't</a:t>
            </a:r>
            <a:r>
              <a:rPr sz="2400" spc="-260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31311"/>
                </a:solidFill>
                <a:latin typeface="Arial"/>
                <a:cs typeface="Arial"/>
              </a:rPr>
              <a:t>try</a:t>
            </a:r>
            <a:r>
              <a:rPr sz="2400" spc="-355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spc="70" dirty="0">
                <a:solidFill>
                  <a:srgbClr val="131311"/>
                </a:solidFill>
                <a:latin typeface="Arial"/>
                <a:cs typeface="Arial"/>
              </a:rPr>
              <a:t>to </a:t>
            </a:r>
            <a:r>
              <a:rPr sz="2400" spc="-95" dirty="0">
                <a:solidFill>
                  <a:srgbClr val="232321"/>
                </a:solidFill>
                <a:latin typeface="Arial"/>
                <a:cs typeface="Arial"/>
              </a:rPr>
              <a:t>convince</a:t>
            </a:r>
            <a:r>
              <a:rPr sz="2400" spc="-26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50" dirty="0">
                <a:solidFill>
                  <a:srgbClr val="131311"/>
                </a:solidFill>
                <a:latin typeface="Arial"/>
                <a:cs typeface="Arial"/>
              </a:rPr>
              <a:t>them</a:t>
            </a:r>
            <a:r>
              <a:rPr sz="2400" spc="-409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131311"/>
                </a:solidFill>
                <a:latin typeface="Arial"/>
                <a:cs typeface="Arial"/>
              </a:rPr>
              <a:t>to</a:t>
            </a:r>
            <a:r>
              <a:rPr sz="2400" dirty="0">
                <a:solidFill>
                  <a:srgbClr val="232321"/>
                </a:solidFill>
                <a:latin typeface="Arial"/>
                <a:cs typeface="Arial"/>
              </a:rPr>
              <a:t>care</a:t>
            </a:r>
            <a:r>
              <a:rPr sz="2400" spc="-28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232321"/>
                </a:solidFill>
                <a:latin typeface="Arial"/>
                <a:cs typeface="Arial"/>
              </a:rPr>
              <a:t>about</a:t>
            </a:r>
            <a:r>
              <a:rPr sz="2400" spc="-1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232321"/>
                </a:solidFill>
                <a:latin typeface="Arial"/>
                <a:cs typeface="Arial"/>
              </a:rPr>
              <a:t>structured</a:t>
            </a:r>
            <a:r>
              <a:rPr sz="2400" spc="-2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65" dirty="0">
                <a:solidFill>
                  <a:srgbClr val="232321"/>
                </a:solidFill>
                <a:latin typeface="Arial"/>
                <a:cs typeface="Arial"/>
              </a:rPr>
              <a:t>content;</a:t>
            </a:r>
            <a:r>
              <a:rPr sz="2400" spc="-29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rgbClr val="232321"/>
                </a:solidFill>
                <a:latin typeface="Arial"/>
                <a:cs typeface="Arial"/>
              </a:rPr>
              <a:t>show</a:t>
            </a:r>
            <a:r>
              <a:rPr sz="2400" spc="-24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35" dirty="0">
                <a:solidFill>
                  <a:srgbClr val="232321"/>
                </a:solidFill>
                <a:latin typeface="Arial"/>
                <a:cs typeface="Arial"/>
              </a:rPr>
              <a:t>them</a:t>
            </a:r>
            <a:r>
              <a:rPr sz="2400" spc="-35" dirty="0">
                <a:solidFill>
                  <a:srgbClr val="131311"/>
                </a:solidFill>
                <a:latin typeface="Arial"/>
                <a:cs typeface="Arial"/>
              </a:rPr>
              <a:t>how</a:t>
            </a:r>
            <a:r>
              <a:rPr sz="2400" spc="-190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rgbClr val="232321"/>
                </a:solidFill>
                <a:latin typeface="Arial"/>
                <a:cs typeface="Arial"/>
              </a:rPr>
              <a:t>structured</a:t>
            </a:r>
            <a:r>
              <a:rPr sz="2400" spc="-2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rgbClr val="232321"/>
                </a:solidFill>
                <a:latin typeface="Arial"/>
                <a:cs typeface="Arial"/>
              </a:rPr>
              <a:t>content</a:t>
            </a:r>
            <a:r>
              <a:rPr sz="2400" spc="-14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80" dirty="0">
                <a:solidFill>
                  <a:srgbClr val="232321"/>
                </a:solidFill>
                <a:latin typeface="Arial"/>
                <a:cs typeface="Arial"/>
              </a:rPr>
              <a:t>drives</a:t>
            </a:r>
            <a:r>
              <a:rPr sz="2400" spc="-22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232321"/>
                </a:solidFill>
                <a:latin typeface="Arial"/>
                <a:cs typeface="Arial"/>
              </a:rPr>
              <a:t>theoutcomes</a:t>
            </a:r>
            <a:r>
              <a:rPr sz="2400" spc="-25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400" spc="-55" dirty="0">
                <a:solidFill>
                  <a:srgbClr val="131311"/>
                </a:solidFill>
                <a:latin typeface="Arial"/>
                <a:cs typeface="Arial"/>
              </a:rPr>
              <a:t>they</a:t>
            </a:r>
            <a:r>
              <a:rPr sz="2400" spc="-335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rgbClr val="131311"/>
                </a:solidFill>
                <a:latin typeface="Arial"/>
                <a:cs typeface="Arial"/>
              </a:rPr>
              <a:t>care</a:t>
            </a:r>
            <a:r>
              <a:rPr sz="2400" spc="-285" dirty="0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32321"/>
                </a:solidFill>
                <a:latin typeface="Arial"/>
                <a:cs typeface="Arial"/>
              </a:rPr>
              <a:t>about.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532" y="357717"/>
            <a:ext cx="16532667" cy="469794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7058" y="5872691"/>
            <a:ext cx="917058" cy="8170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7058" y="7430161"/>
            <a:ext cx="942532" cy="9446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6253" y="4340754"/>
            <a:ext cx="101895" cy="6383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50567" y="8323791"/>
            <a:ext cx="2445487" cy="13787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444273" y="6025885"/>
            <a:ext cx="280212" cy="48511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81952" y="6791854"/>
            <a:ext cx="942532" cy="135321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979223" y="5796094"/>
            <a:ext cx="917058" cy="94469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004698" y="7455693"/>
            <a:ext cx="866110" cy="89363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750263" y="4596075"/>
            <a:ext cx="0" cy="1634489"/>
          </a:xfrm>
          <a:custGeom>
            <a:avLst/>
            <a:gdLst/>
            <a:ahLst/>
            <a:cxnLst/>
            <a:rect l="l" t="t" r="r" b="b"/>
            <a:pathLst>
              <a:path h="1634489">
                <a:moveTo>
                  <a:pt x="0" y="163406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801211" y="6281206"/>
            <a:ext cx="0" cy="1634489"/>
          </a:xfrm>
          <a:custGeom>
            <a:avLst/>
            <a:gdLst/>
            <a:ahLst/>
            <a:cxnLst/>
            <a:rect l="l" t="t" r="r" b="b"/>
            <a:pathLst>
              <a:path h="1634490">
                <a:moveTo>
                  <a:pt x="0" y="1634066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86579" y="4634374"/>
            <a:ext cx="1732280" cy="0"/>
          </a:xfrm>
          <a:custGeom>
            <a:avLst/>
            <a:gdLst/>
            <a:ahLst/>
            <a:cxnLst/>
            <a:rect l="l" t="t" r="r" b="b"/>
            <a:pathLst>
              <a:path w="1732279">
                <a:moveTo>
                  <a:pt x="0" y="0"/>
                </a:moveTo>
                <a:lnTo>
                  <a:pt x="1732221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74146" y="4634374"/>
            <a:ext cx="1961514" cy="0"/>
          </a:xfrm>
          <a:custGeom>
            <a:avLst/>
            <a:gdLst/>
            <a:ahLst/>
            <a:cxnLst/>
            <a:rect l="l" t="t" r="r" b="b"/>
            <a:pathLst>
              <a:path w="1961515">
                <a:moveTo>
                  <a:pt x="0" y="0"/>
                </a:moveTo>
                <a:lnTo>
                  <a:pt x="1961485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6201361" y="4915229"/>
            <a:ext cx="433070" cy="0"/>
          </a:xfrm>
          <a:custGeom>
            <a:avLst/>
            <a:gdLst/>
            <a:ahLst/>
            <a:cxnLst/>
            <a:rect l="l" t="t" r="r" b="b"/>
            <a:pathLst>
              <a:path w="433069">
                <a:moveTo>
                  <a:pt x="0" y="0"/>
                </a:moveTo>
                <a:lnTo>
                  <a:pt x="43305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74146" y="6268440"/>
            <a:ext cx="2063750" cy="0"/>
          </a:xfrm>
          <a:custGeom>
            <a:avLst/>
            <a:gdLst/>
            <a:ahLst/>
            <a:cxnLst/>
            <a:rect l="l" t="t" r="r" b="b"/>
            <a:pathLst>
              <a:path w="2063750">
                <a:moveTo>
                  <a:pt x="0" y="0"/>
                </a:moveTo>
                <a:lnTo>
                  <a:pt x="2063380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788474" y="6262057"/>
            <a:ext cx="1656080" cy="114935"/>
          </a:xfrm>
          <a:custGeom>
            <a:avLst/>
            <a:gdLst/>
            <a:ahLst/>
            <a:cxnLst/>
            <a:rect l="l" t="t" r="r" b="b"/>
            <a:pathLst>
              <a:path w="1656079" h="114935">
                <a:moveTo>
                  <a:pt x="0" y="0"/>
                </a:moveTo>
                <a:lnTo>
                  <a:pt x="1655799" y="0"/>
                </a:lnTo>
                <a:lnTo>
                  <a:pt x="165579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674146" y="7889740"/>
            <a:ext cx="3108325" cy="0"/>
          </a:xfrm>
          <a:custGeom>
            <a:avLst/>
            <a:gdLst/>
            <a:ahLst/>
            <a:cxnLst/>
            <a:rect l="l" t="t" r="r" b="b"/>
            <a:pathLst>
              <a:path w="3108325">
                <a:moveTo>
                  <a:pt x="0" y="0"/>
                </a:moveTo>
                <a:lnTo>
                  <a:pt x="3107808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2084344" y="4181243"/>
            <a:ext cx="4269740" cy="9118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6034" marR="5080" indent="-13970">
              <a:lnSpc>
                <a:spcPts val="3420"/>
              </a:lnSpc>
              <a:spcBef>
                <a:spcPts val="330"/>
              </a:spcBef>
            </a:pPr>
            <a:r>
              <a:rPr sz="2950" b="0" dirty="0">
                <a:solidFill>
                  <a:srgbClr val="0F0F0E"/>
                </a:solidFill>
                <a:latin typeface="Arial"/>
                <a:cs typeface="Arial"/>
              </a:rPr>
              <a:t>Support</a:t>
            </a:r>
            <a:r>
              <a:rPr sz="2950" b="0" spc="-11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b="0" dirty="0">
                <a:solidFill>
                  <a:srgbClr val="0F0F0E"/>
                </a:solidFill>
                <a:latin typeface="Arial"/>
                <a:cs typeface="Arial"/>
              </a:rPr>
              <a:t>Ticket</a:t>
            </a:r>
            <a:r>
              <a:rPr sz="2950" b="0" spc="-16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b="0" spc="-10" dirty="0">
                <a:solidFill>
                  <a:srgbClr val="0F0F0E"/>
                </a:solidFill>
                <a:latin typeface="Arial"/>
                <a:cs typeface="Arial"/>
              </a:rPr>
              <a:t>Deflection </a:t>
            </a:r>
            <a:r>
              <a:rPr sz="2950" b="0" dirty="0">
                <a:solidFill>
                  <a:srgbClr val="0F0F0E"/>
                </a:solidFill>
                <a:latin typeface="Arial"/>
                <a:cs typeface="Arial"/>
              </a:rPr>
              <a:t>&amp;</a:t>
            </a:r>
            <a:r>
              <a:rPr sz="2950" b="0" spc="-38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b="0" dirty="0">
                <a:solidFill>
                  <a:srgbClr val="0F0F0E"/>
                </a:solidFill>
                <a:latin typeface="Arial"/>
                <a:cs typeface="Arial"/>
              </a:rPr>
              <a:t>First</a:t>
            </a:r>
            <a:r>
              <a:rPr sz="2950" b="0" spc="-17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b="0" dirty="0">
                <a:solidFill>
                  <a:srgbClr val="0F0F0E"/>
                </a:solidFill>
                <a:latin typeface="Arial"/>
                <a:cs typeface="Arial"/>
              </a:rPr>
              <a:t>Contact</a:t>
            </a:r>
            <a:r>
              <a:rPr sz="2950" b="0" spc="-12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b="0" spc="-40" dirty="0">
                <a:solidFill>
                  <a:srgbClr val="0F0F0E"/>
                </a:solidFill>
                <a:latin typeface="Arial"/>
                <a:cs typeface="Arial"/>
              </a:rPr>
              <a:t>Resolution</a:t>
            </a:r>
            <a:endParaRPr sz="29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95578" y="5815310"/>
            <a:ext cx="3968115" cy="8991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5080" indent="-8890">
              <a:lnSpc>
                <a:spcPts val="3320"/>
              </a:lnSpc>
              <a:spcBef>
                <a:spcPts val="409"/>
              </a:spcBef>
            </a:pPr>
            <a:r>
              <a:rPr sz="2950" spc="-10" dirty="0">
                <a:solidFill>
                  <a:srgbClr val="0F0F0E"/>
                </a:solidFill>
                <a:latin typeface="Arial"/>
                <a:cs typeface="Arial"/>
              </a:rPr>
              <a:t>Content</a:t>
            </a:r>
            <a:r>
              <a:rPr sz="2950" spc="-185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0F0F0E"/>
                </a:solidFill>
                <a:latin typeface="Arial"/>
                <a:cs typeface="Arial"/>
              </a:rPr>
              <a:t>Update</a:t>
            </a:r>
            <a:r>
              <a:rPr sz="2950" spc="-175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-45" dirty="0">
                <a:solidFill>
                  <a:srgbClr val="0F0F0E"/>
                </a:solidFill>
                <a:latin typeface="Arial"/>
                <a:cs typeface="Arial"/>
              </a:rPr>
              <a:t>Velocity </a:t>
            </a:r>
            <a:r>
              <a:rPr sz="2950" spc="-10" dirty="0">
                <a:solidFill>
                  <a:srgbClr val="0F0F0E"/>
                </a:solidFill>
                <a:latin typeface="Arial"/>
                <a:cs typeface="Arial"/>
              </a:rPr>
              <a:t>(from</a:t>
            </a:r>
            <a:r>
              <a:rPr sz="2950" spc="-175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-25" dirty="0">
                <a:solidFill>
                  <a:srgbClr val="0F0F0E"/>
                </a:solidFill>
                <a:latin typeface="Arial"/>
                <a:cs typeface="Arial"/>
              </a:rPr>
              <a:t>weeks</a:t>
            </a:r>
            <a:r>
              <a:rPr sz="2950" spc="-24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0F0F0E"/>
                </a:solidFill>
                <a:latin typeface="Arial"/>
                <a:cs typeface="Arial"/>
              </a:rPr>
              <a:t>to</a:t>
            </a:r>
            <a:r>
              <a:rPr sz="2950" spc="-11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0F0F0E"/>
                </a:solidFill>
                <a:latin typeface="Arial"/>
                <a:cs typeface="Arial"/>
              </a:rPr>
              <a:t>hours)</a:t>
            </a:r>
            <a:endParaRPr sz="2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84682" y="7653635"/>
            <a:ext cx="3773804" cy="477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-45" dirty="0">
                <a:solidFill>
                  <a:srgbClr val="0F0F0E"/>
                </a:solidFill>
                <a:latin typeface="Arial"/>
                <a:cs typeface="Arial"/>
              </a:rPr>
              <a:t>Reduced</a:t>
            </a:r>
            <a:r>
              <a:rPr sz="2950" spc="-204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0F0F0E"/>
                </a:solidFill>
                <a:latin typeface="Arial"/>
                <a:cs typeface="Arial"/>
              </a:rPr>
              <a:t>Content</a:t>
            </a:r>
            <a:r>
              <a:rPr sz="2950" spc="-10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-20" dirty="0">
                <a:solidFill>
                  <a:srgbClr val="0F0F0E"/>
                </a:solidFill>
                <a:latin typeface="Arial"/>
                <a:cs typeface="Arial"/>
              </a:rPr>
              <a:t>Debt</a:t>
            </a:r>
            <a:endParaRPr sz="29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433065" y="4762035"/>
            <a:ext cx="255270" cy="0"/>
          </a:xfrm>
          <a:custGeom>
            <a:avLst/>
            <a:gdLst/>
            <a:ahLst/>
            <a:cxnLst/>
            <a:rect l="l" t="t" r="r" b="b"/>
            <a:pathLst>
              <a:path w="255270">
                <a:moveTo>
                  <a:pt x="0" y="0"/>
                </a:moveTo>
                <a:lnTo>
                  <a:pt x="254738" y="0"/>
                </a:lnTo>
              </a:path>
            </a:pathLst>
          </a:custGeom>
          <a:ln w="12766">
            <a:solidFill>
              <a:srgbClr val="6B77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20365" y="4238690"/>
            <a:ext cx="195580" cy="638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000" spc="-50" dirty="0">
                <a:solidFill>
                  <a:srgbClr val="6B777E"/>
                </a:solidFill>
                <a:latin typeface="Times New Roman"/>
                <a:cs typeface="Times New Roman"/>
              </a:rPr>
              <a:t>)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600"/>
              </a:lnSpc>
            </a:pPr>
            <a:r>
              <a:rPr sz="1300" spc="-70" dirty="0">
                <a:solidFill>
                  <a:srgbClr val="3A3A38"/>
                </a:solidFill>
              </a:rPr>
              <a:t>I'S\</a:t>
            </a:r>
            <a:r>
              <a:rPr sz="1300" spc="-20" dirty="0">
                <a:solidFill>
                  <a:srgbClr val="3A3A38"/>
                </a:solidFill>
              </a:rPr>
              <a:t> </a:t>
            </a:r>
            <a:r>
              <a:rPr spc="-10" dirty="0"/>
              <a:t>NotebookLM</a:t>
            </a:r>
            <a:endParaRPr sz="1300"/>
          </a:p>
        </p:txBody>
      </p:sp>
      <p:sp>
        <p:nvSpPr>
          <p:cNvPr id="24" name="object 24"/>
          <p:cNvSpPr txBox="1"/>
          <p:nvPr/>
        </p:nvSpPr>
        <p:spPr>
          <a:xfrm>
            <a:off x="12123628" y="4181243"/>
            <a:ext cx="2432050" cy="9118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>
              <a:lnSpc>
                <a:spcPts val="3420"/>
              </a:lnSpc>
              <a:spcBef>
                <a:spcPts val="330"/>
              </a:spcBef>
            </a:pPr>
            <a:r>
              <a:rPr sz="2950" spc="-20" dirty="0">
                <a:solidFill>
                  <a:srgbClr val="0F0F0E"/>
                </a:solidFill>
                <a:latin typeface="Arial"/>
                <a:cs typeface="Arial"/>
              </a:rPr>
              <a:t>Lower</a:t>
            </a:r>
            <a:r>
              <a:rPr sz="2950" spc="-18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0F0F0E"/>
                </a:solidFill>
                <a:latin typeface="Arial"/>
                <a:cs typeface="Arial"/>
              </a:rPr>
              <a:t>Support </a:t>
            </a:r>
            <a:r>
              <a:rPr sz="2950" dirty="0">
                <a:solidFill>
                  <a:srgbClr val="0F0F0E"/>
                </a:solidFill>
                <a:latin typeface="Arial"/>
                <a:cs typeface="Arial"/>
              </a:rPr>
              <a:t>Labor</a:t>
            </a:r>
            <a:r>
              <a:rPr sz="2950" spc="-20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0F0F0E"/>
                </a:solidFill>
                <a:latin typeface="Arial"/>
                <a:cs typeface="Arial"/>
              </a:rPr>
              <a:t>Costs</a:t>
            </a:r>
            <a:endParaRPr sz="2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121374" y="5815310"/>
            <a:ext cx="4553585" cy="8991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4604" marR="5080" indent="-2540">
              <a:lnSpc>
                <a:spcPts val="3320"/>
              </a:lnSpc>
              <a:spcBef>
                <a:spcPts val="409"/>
              </a:spcBef>
            </a:pPr>
            <a:r>
              <a:rPr sz="2950" spc="-45" dirty="0">
                <a:solidFill>
                  <a:srgbClr val="0F0F0E"/>
                </a:solidFill>
                <a:latin typeface="Arial"/>
                <a:cs typeface="Arial"/>
              </a:rPr>
              <a:t>Reduced</a:t>
            </a:r>
            <a:r>
              <a:rPr sz="2950" spc="-185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-45" dirty="0">
                <a:solidFill>
                  <a:srgbClr val="0F0F0E"/>
                </a:solidFill>
                <a:latin typeface="Arial"/>
                <a:cs typeface="Arial"/>
              </a:rPr>
              <a:t>Rework</a:t>
            </a:r>
            <a:r>
              <a:rPr sz="2950" spc="-12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0F0F0E"/>
                </a:solidFill>
                <a:latin typeface="Arial"/>
                <a:cs typeface="Arial"/>
              </a:rPr>
              <a:t>Hours</a:t>
            </a:r>
            <a:r>
              <a:rPr sz="2950" spc="-270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45" dirty="0">
                <a:solidFill>
                  <a:srgbClr val="0F0F0E"/>
                </a:solidFill>
                <a:latin typeface="Arial"/>
                <a:cs typeface="Arial"/>
              </a:rPr>
              <a:t>&amp; </a:t>
            </a:r>
            <a:r>
              <a:rPr sz="2950" spc="-30" dirty="0">
                <a:solidFill>
                  <a:srgbClr val="0F0F0E"/>
                </a:solidFill>
                <a:latin typeface="Arial"/>
                <a:cs typeface="Arial"/>
              </a:rPr>
              <a:t>Burden</a:t>
            </a:r>
            <a:r>
              <a:rPr sz="2950" spc="-105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0F0F0E"/>
                </a:solidFill>
                <a:latin typeface="Arial"/>
                <a:cs typeface="Arial"/>
              </a:rPr>
              <a:t>on</a:t>
            </a:r>
            <a:r>
              <a:rPr sz="2950" spc="-395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0F0F0E"/>
                </a:solidFill>
                <a:latin typeface="Arial"/>
                <a:cs typeface="Arial"/>
              </a:rPr>
              <a:t>Engineers/SMEs</a:t>
            </a:r>
            <a:endParaRPr sz="2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438128" y="7436610"/>
            <a:ext cx="4393565" cy="9118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696595" marR="5080" indent="-684530">
              <a:lnSpc>
                <a:spcPts val="3420"/>
              </a:lnSpc>
              <a:spcBef>
                <a:spcPts val="330"/>
              </a:spcBef>
              <a:tabLst>
                <a:tab pos="694690" algn="l"/>
              </a:tabLst>
            </a:pPr>
            <a:r>
              <a:rPr sz="2950" spc="-50" dirty="0">
                <a:solidFill>
                  <a:srgbClr val="0F0F0E"/>
                </a:solidFill>
                <a:latin typeface="Arial"/>
                <a:cs typeface="Arial"/>
              </a:rPr>
              <a:t>o</a:t>
            </a:r>
            <a:r>
              <a:rPr sz="2950" dirty="0">
                <a:solidFill>
                  <a:srgbClr val="0F0F0E"/>
                </a:solidFill>
                <a:latin typeface="Arial"/>
                <a:cs typeface="Arial"/>
              </a:rPr>
              <a:t>	</a:t>
            </a:r>
            <a:r>
              <a:rPr sz="2950" spc="-40" dirty="0">
                <a:solidFill>
                  <a:srgbClr val="0F0F0E"/>
                </a:solidFill>
                <a:latin typeface="Arial"/>
                <a:cs typeface="Arial"/>
              </a:rPr>
              <a:t>Faster</a:t>
            </a:r>
            <a:r>
              <a:rPr sz="2950" spc="-95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dirty="0">
                <a:solidFill>
                  <a:srgbClr val="0F0F0E"/>
                </a:solidFill>
                <a:latin typeface="Arial"/>
                <a:cs typeface="Arial"/>
              </a:rPr>
              <a:t>Time-to-</a:t>
            </a:r>
            <a:r>
              <a:rPr sz="2950" spc="-10" dirty="0">
                <a:solidFill>
                  <a:srgbClr val="0F0F0E"/>
                </a:solidFill>
                <a:latin typeface="Arial"/>
                <a:cs typeface="Arial"/>
              </a:rPr>
              <a:t>Market </a:t>
            </a:r>
            <a:r>
              <a:rPr sz="2950" spc="55" dirty="0">
                <a:solidFill>
                  <a:srgbClr val="0F0F0E"/>
                </a:solidFill>
                <a:latin typeface="Arial"/>
                <a:cs typeface="Arial"/>
              </a:rPr>
              <a:t>for</a:t>
            </a:r>
            <a:r>
              <a:rPr sz="2950" spc="-235" dirty="0">
                <a:solidFill>
                  <a:srgbClr val="0F0F0E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0F0F0E"/>
                </a:solidFill>
                <a:latin typeface="Arial"/>
                <a:cs typeface="Arial"/>
              </a:rPr>
              <a:t>Updates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8672" y="0"/>
            <a:ext cx="10342378" cy="55663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3198" y="7328031"/>
            <a:ext cx="3107808" cy="23745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13114" y="6766321"/>
            <a:ext cx="611372" cy="13787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444273" y="6025885"/>
            <a:ext cx="280212" cy="61277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763000" y="5566302"/>
            <a:ext cx="0" cy="664210"/>
          </a:xfrm>
          <a:custGeom>
            <a:avLst/>
            <a:gdLst/>
            <a:ahLst/>
            <a:cxnLst/>
            <a:rect l="l" t="t" r="r" b="b"/>
            <a:pathLst>
              <a:path h="664210">
                <a:moveTo>
                  <a:pt x="0" y="663839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01211" y="6306738"/>
            <a:ext cx="0" cy="1021715"/>
          </a:xfrm>
          <a:custGeom>
            <a:avLst/>
            <a:gdLst/>
            <a:ahLst/>
            <a:cxnLst/>
            <a:rect l="l" t="t" r="r" b="b"/>
            <a:pathLst>
              <a:path h="1021715">
                <a:moveTo>
                  <a:pt x="0" y="1021291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820164" y="6791852"/>
            <a:ext cx="0" cy="511175"/>
          </a:xfrm>
          <a:custGeom>
            <a:avLst/>
            <a:gdLst/>
            <a:ahLst/>
            <a:cxnLst/>
            <a:rect l="l" t="t" r="r" b="b"/>
            <a:pathLst>
              <a:path h="511175">
                <a:moveTo>
                  <a:pt x="0" y="51064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456555" y="0"/>
            <a:ext cx="13335" cy="2196465"/>
          </a:xfrm>
          <a:custGeom>
            <a:avLst/>
            <a:gdLst/>
            <a:ahLst/>
            <a:cxnLst/>
            <a:rect l="l" t="t" r="r" b="b"/>
            <a:pathLst>
              <a:path w="13334" h="2196465">
                <a:moveTo>
                  <a:pt x="12736" y="2196041"/>
                </a:moveTo>
                <a:lnTo>
                  <a:pt x="0" y="2196041"/>
                </a:lnTo>
                <a:lnTo>
                  <a:pt x="0" y="0"/>
                </a:lnTo>
                <a:lnTo>
                  <a:pt x="12736" y="0"/>
                </a:lnTo>
                <a:lnTo>
                  <a:pt x="12736" y="21960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71796" y="4366285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5">
                <a:moveTo>
                  <a:pt x="0" y="0"/>
                </a:moveTo>
                <a:lnTo>
                  <a:pt x="48400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74146" y="6255674"/>
            <a:ext cx="2038350" cy="0"/>
          </a:xfrm>
          <a:custGeom>
            <a:avLst/>
            <a:gdLst/>
            <a:ahLst/>
            <a:cxnLst/>
            <a:rect l="l" t="t" r="r" b="b"/>
            <a:pathLst>
              <a:path w="2038350">
                <a:moveTo>
                  <a:pt x="0" y="0"/>
                </a:moveTo>
                <a:lnTo>
                  <a:pt x="203790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788474" y="6249291"/>
            <a:ext cx="1656080" cy="114935"/>
          </a:xfrm>
          <a:custGeom>
            <a:avLst/>
            <a:gdLst/>
            <a:ahLst/>
            <a:cxnLst/>
            <a:rect l="l" t="t" r="r" b="b"/>
            <a:pathLst>
              <a:path w="1656079" h="114935">
                <a:moveTo>
                  <a:pt x="0" y="0"/>
                </a:moveTo>
                <a:lnTo>
                  <a:pt x="1655799" y="0"/>
                </a:lnTo>
                <a:lnTo>
                  <a:pt x="165579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919107" y="606722"/>
            <a:ext cx="10979150" cy="164465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 marR="5080" indent="7620">
              <a:lnSpc>
                <a:spcPts val="5930"/>
              </a:lnSpc>
              <a:spcBef>
                <a:spcPts val="1035"/>
              </a:spcBef>
            </a:pPr>
            <a:r>
              <a:rPr sz="5650" spc="-45" dirty="0">
                <a:solidFill>
                  <a:srgbClr val="1A1A16"/>
                </a:solidFill>
              </a:rPr>
              <a:t>The</a:t>
            </a:r>
            <a:r>
              <a:rPr sz="5650" spc="-570" dirty="0">
                <a:solidFill>
                  <a:srgbClr val="1A1A16"/>
                </a:solidFill>
              </a:rPr>
              <a:t> </a:t>
            </a:r>
            <a:r>
              <a:rPr sz="5650" spc="-220" dirty="0">
                <a:solidFill>
                  <a:srgbClr val="1A1A16"/>
                </a:solidFill>
              </a:rPr>
              <a:t>Value</a:t>
            </a:r>
            <a:r>
              <a:rPr sz="5650" spc="-490" dirty="0">
                <a:solidFill>
                  <a:srgbClr val="1A1A16"/>
                </a:solidFill>
              </a:rPr>
              <a:t> </a:t>
            </a:r>
            <a:r>
              <a:rPr sz="5650" spc="-200" dirty="0">
                <a:solidFill>
                  <a:srgbClr val="1A1A16"/>
                </a:solidFill>
              </a:rPr>
              <a:t>Translation</a:t>
            </a:r>
            <a:r>
              <a:rPr sz="5650" spc="-310" dirty="0">
                <a:solidFill>
                  <a:srgbClr val="1A1A16"/>
                </a:solidFill>
              </a:rPr>
              <a:t> </a:t>
            </a:r>
            <a:r>
              <a:rPr sz="5650" spc="-140" dirty="0">
                <a:solidFill>
                  <a:srgbClr val="1A1A16"/>
                </a:solidFill>
              </a:rPr>
              <a:t>Framework: </a:t>
            </a:r>
            <a:r>
              <a:rPr sz="5650" spc="-180" dirty="0">
                <a:solidFill>
                  <a:srgbClr val="1A1A16"/>
                </a:solidFill>
              </a:rPr>
              <a:t>Increasing</a:t>
            </a:r>
            <a:r>
              <a:rPr sz="5650" spc="-190" dirty="0">
                <a:solidFill>
                  <a:srgbClr val="1A1A16"/>
                </a:solidFill>
              </a:rPr>
              <a:t> </a:t>
            </a:r>
            <a:r>
              <a:rPr sz="5650" spc="-175" dirty="0">
                <a:solidFill>
                  <a:srgbClr val="1A1A16"/>
                </a:solidFill>
              </a:rPr>
              <a:t>Revenue</a:t>
            </a:r>
            <a:r>
              <a:rPr sz="5650" spc="-330" dirty="0">
                <a:solidFill>
                  <a:srgbClr val="1A1A16"/>
                </a:solidFill>
              </a:rPr>
              <a:t> </a:t>
            </a:r>
            <a:r>
              <a:rPr sz="5350" spc="190" dirty="0">
                <a:solidFill>
                  <a:srgbClr val="1A1A16"/>
                </a:solidFill>
              </a:rPr>
              <a:t>&amp;</a:t>
            </a:r>
            <a:r>
              <a:rPr sz="5350" spc="-700" dirty="0">
                <a:solidFill>
                  <a:srgbClr val="1A1A16"/>
                </a:solidFill>
              </a:rPr>
              <a:t> </a:t>
            </a:r>
            <a:r>
              <a:rPr sz="5650" spc="-10" dirty="0">
                <a:solidFill>
                  <a:srgbClr val="1A1A16"/>
                </a:solidFill>
              </a:rPr>
              <a:t>Retention</a:t>
            </a:r>
            <a:endParaRPr sz="5650"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600"/>
              </a:lnSpc>
            </a:pPr>
            <a:r>
              <a:rPr sz="1300" spc="-70" dirty="0">
                <a:solidFill>
                  <a:srgbClr val="3A3A38"/>
                </a:solidFill>
              </a:rPr>
              <a:t>I'S\</a:t>
            </a:r>
            <a:r>
              <a:rPr sz="1300" spc="-20" dirty="0">
                <a:solidFill>
                  <a:srgbClr val="3A3A38"/>
                </a:solidFill>
              </a:rPr>
              <a:t> </a:t>
            </a:r>
            <a:r>
              <a:rPr spc="-10" dirty="0"/>
              <a:t>NotebookLM</a:t>
            </a:r>
            <a:endParaRPr sz="1300"/>
          </a:p>
        </p:txBody>
      </p:sp>
      <p:sp>
        <p:nvSpPr>
          <p:cNvPr id="14" name="object 14"/>
          <p:cNvSpPr txBox="1"/>
          <p:nvPr/>
        </p:nvSpPr>
        <p:spPr>
          <a:xfrm>
            <a:off x="934697" y="3006757"/>
            <a:ext cx="12848590" cy="615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0061575" algn="l"/>
              </a:tabLst>
            </a:pPr>
            <a:r>
              <a:rPr sz="3850" b="1" spc="-25" dirty="0">
                <a:solidFill>
                  <a:srgbClr val="1A1A16"/>
                </a:solidFill>
                <a:latin typeface="Arial"/>
                <a:cs typeface="Arial"/>
              </a:rPr>
              <a:t>IF</a:t>
            </a:r>
            <a:r>
              <a:rPr sz="3850" b="1" spc="-29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3850" b="1" spc="-135" dirty="0">
                <a:solidFill>
                  <a:srgbClr val="1A1A16"/>
                </a:solidFill>
                <a:latin typeface="Arial"/>
                <a:cs typeface="Arial"/>
              </a:rPr>
              <a:t>WE</a:t>
            </a:r>
            <a:r>
              <a:rPr sz="3850" b="1" spc="-15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3850" b="1" spc="-10" dirty="0">
                <a:solidFill>
                  <a:srgbClr val="1A1A16"/>
                </a:solidFill>
                <a:latin typeface="Arial"/>
                <a:cs typeface="Arial"/>
              </a:rPr>
              <a:t>IMPROVE</a:t>
            </a:r>
            <a:r>
              <a:rPr sz="3850" b="1" spc="-10" dirty="0">
                <a:solidFill>
                  <a:srgbClr val="080A05"/>
                </a:solidFill>
                <a:latin typeface="Arial"/>
                <a:cs typeface="Arial"/>
              </a:rPr>
              <a:t>...</a:t>
            </a:r>
            <a:r>
              <a:rPr sz="3850" b="1" dirty="0">
                <a:solidFill>
                  <a:srgbClr val="080A05"/>
                </a:solidFill>
                <a:latin typeface="Arial"/>
                <a:cs typeface="Arial"/>
              </a:rPr>
              <a:t>	</a:t>
            </a:r>
            <a:r>
              <a:rPr sz="3850" b="1" dirty="0">
                <a:solidFill>
                  <a:srgbClr val="1A1A16"/>
                </a:solidFill>
                <a:latin typeface="Arial"/>
                <a:cs typeface="Arial"/>
              </a:rPr>
              <a:t>IT</a:t>
            </a:r>
            <a:r>
              <a:rPr sz="3850" b="1" spc="-21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3850" b="1" spc="-190" dirty="0">
                <a:solidFill>
                  <a:srgbClr val="1A1A16"/>
                </a:solidFill>
                <a:latin typeface="Arial"/>
                <a:cs typeface="Arial"/>
              </a:rPr>
              <a:t>EQUALS...</a:t>
            </a:r>
            <a:endParaRPr sz="3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4304" y="4825933"/>
            <a:ext cx="4254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114" dirty="0">
                <a:solidFill>
                  <a:srgbClr val="080A05"/>
                </a:solidFill>
                <a:latin typeface="Arial"/>
                <a:cs typeface="Arial"/>
              </a:rPr>
              <a:t>-</a:t>
            </a:r>
            <a:r>
              <a:rPr sz="1400" spc="145" dirty="0">
                <a:solidFill>
                  <a:srgbClr val="080A05"/>
                </a:solidFill>
                <a:latin typeface="Arial"/>
                <a:cs typeface="Arial"/>
              </a:rPr>
              <a:t>=</a:t>
            </a:r>
            <a:r>
              <a:rPr sz="1400" spc="145" dirty="0">
                <a:solidFill>
                  <a:srgbClr val="2B2D28"/>
                </a:solidFill>
                <a:latin typeface="Arial"/>
                <a:cs typeface="Arial"/>
              </a:rPr>
              <a:t>"-</a:t>
            </a:r>
            <a:r>
              <a:rPr sz="1400" spc="10" dirty="0">
                <a:solidFill>
                  <a:srgbClr val="2B2D28"/>
                </a:solidFill>
                <a:latin typeface="Arial"/>
                <a:cs typeface="Arial"/>
              </a:rPr>
              <a:t>'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4774" y="4194009"/>
            <a:ext cx="3883660" cy="9169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226695" algn="ctr">
              <a:lnSpc>
                <a:spcPts val="3500"/>
              </a:lnSpc>
              <a:spcBef>
                <a:spcPts val="114"/>
              </a:spcBef>
              <a:tabLst>
                <a:tab pos="857250" algn="l"/>
              </a:tabLst>
            </a:pPr>
            <a:r>
              <a:rPr sz="3150" spc="-1030" dirty="0">
                <a:solidFill>
                  <a:srgbClr val="080A05"/>
                </a:solidFill>
                <a:latin typeface="Arial"/>
                <a:cs typeface="Arial"/>
              </a:rPr>
              <a:t>�</a:t>
            </a:r>
            <a:r>
              <a:rPr sz="3150" dirty="0">
                <a:solidFill>
                  <a:srgbClr val="080A05"/>
                </a:solidFill>
                <a:latin typeface="Arial"/>
                <a:cs typeface="Arial"/>
              </a:rPr>
              <a:t>	</a:t>
            </a:r>
            <a:r>
              <a:rPr sz="3150" spc="-95" dirty="0">
                <a:solidFill>
                  <a:srgbClr val="080A05"/>
                </a:solidFill>
                <a:latin typeface="Arial"/>
                <a:cs typeface="Arial"/>
              </a:rPr>
              <a:t>Time-</a:t>
            </a:r>
            <a:r>
              <a:rPr sz="3150" spc="-75" dirty="0">
                <a:solidFill>
                  <a:srgbClr val="080A05"/>
                </a:solidFill>
                <a:latin typeface="Arial"/>
                <a:cs typeface="Arial"/>
              </a:rPr>
              <a:t>to-</a:t>
            </a:r>
            <a:r>
              <a:rPr sz="3150" spc="-60" dirty="0">
                <a:solidFill>
                  <a:srgbClr val="080A05"/>
                </a:solidFill>
                <a:latin typeface="Arial"/>
                <a:cs typeface="Arial"/>
              </a:rPr>
              <a:t>Value</a:t>
            </a:r>
            <a:r>
              <a:rPr sz="3150" spc="-65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2900" spc="85" dirty="0">
                <a:solidFill>
                  <a:srgbClr val="080A05"/>
                </a:solidFill>
                <a:latin typeface="Arial"/>
                <a:cs typeface="Arial"/>
              </a:rPr>
              <a:t>&amp;</a:t>
            </a:r>
            <a:endParaRPr sz="2900">
              <a:latin typeface="Arial"/>
              <a:cs typeface="Arial"/>
            </a:endParaRPr>
          </a:p>
          <a:p>
            <a:pPr marL="859790" algn="ctr">
              <a:lnSpc>
                <a:spcPts val="3500"/>
              </a:lnSpc>
            </a:pPr>
            <a:r>
              <a:rPr sz="3150" spc="-55" dirty="0">
                <a:solidFill>
                  <a:srgbClr val="080A05"/>
                </a:solidFill>
                <a:latin typeface="Arial"/>
                <a:cs typeface="Arial"/>
              </a:rPr>
              <a:t>Onboarding</a:t>
            </a:r>
            <a:r>
              <a:rPr sz="3150" spc="-15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spc="-20" dirty="0">
                <a:solidFill>
                  <a:srgbClr val="080A05"/>
                </a:solidFill>
                <a:latin typeface="Arial"/>
                <a:cs typeface="Arial"/>
              </a:rPr>
              <a:t>Time</a:t>
            </a:r>
            <a:endParaRPr sz="31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0497" y="5374878"/>
            <a:ext cx="4655820" cy="1036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600" i="1" spc="285" dirty="0">
                <a:solidFill>
                  <a:srgbClr val="2B2D28"/>
                </a:solidFill>
                <a:latin typeface="Times New Roman"/>
                <a:cs typeface="Times New Roman"/>
              </a:rPr>
              <a:t>a</a:t>
            </a:r>
            <a:r>
              <a:rPr sz="6600" i="1" spc="285" dirty="0">
                <a:solidFill>
                  <a:srgbClr val="625D46"/>
                </a:solidFill>
                <a:latin typeface="Times New Roman"/>
                <a:cs typeface="Times New Roman"/>
              </a:rPr>
              <a:t>�</a:t>
            </a:r>
            <a:r>
              <a:rPr sz="3150" spc="285" dirty="0">
                <a:solidFill>
                  <a:srgbClr val="080A05"/>
                </a:solidFill>
                <a:latin typeface="Arial"/>
                <a:cs typeface="Arial"/>
              </a:rPr>
              <a:t>Al</a:t>
            </a:r>
            <a:r>
              <a:rPr sz="3150" spc="-34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spc="-60" dirty="0">
                <a:solidFill>
                  <a:srgbClr val="080A05"/>
                </a:solidFill>
                <a:latin typeface="Arial"/>
                <a:cs typeface="Arial"/>
              </a:rPr>
              <a:t>Answer</a:t>
            </a:r>
            <a:r>
              <a:rPr sz="3150" spc="-14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spc="-220" dirty="0">
                <a:solidFill>
                  <a:srgbClr val="080A05"/>
                </a:solidFill>
                <a:latin typeface="Arial"/>
                <a:cs typeface="Arial"/>
              </a:rPr>
              <a:t>Accuracy</a:t>
            </a:r>
            <a:endParaRPr sz="31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9290" y="6096165"/>
            <a:ext cx="3488690" cy="6769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181100" algn="l"/>
              </a:tabLst>
            </a:pPr>
            <a:r>
              <a:rPr sz="4250" spc="-20" dirty="0">
                <a:solidFill>
                  <a:srgbClr val="2B2D28"/>
                </a:solidFill>
                <a:latin typeface="Times New Roman"/>
                <a:cs typeface="Times New Roman"/>
              </a:rPr>
              <a:t>\cJQ</a:t>
            </a:r>
            <a:r>
              <a:rPr sz="4250" dirty="0">
                <a:solidFill>
                  <a:srgbClr val="2B2D28"/>
                </a:solidFill>
                <a:latin typeface="Times New Roman"/>
                <a:cs typeface="Times New Roman"/>
              </a:rPr>
              <a:t>	</a:t>
            </a:r>
            <a:r>
              <a:rPr sz="3150" dirty="0">
                <a:solidFill>
                  <a:srgbClr val="080A05"/>
                </a:solidFill>
                <a:latin typeface="Arial"/>
                <a:cs typeface="Arial"/>
              </a:rPr>
              <a:t>for</a:t>
            </a:r>
            <a:r>
              <a:rPr sz="3150" spc="-27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spc="-25" dirty="0">
                <a:solidFill>
                  <a:srgbClr val="080A05"/>
                </a:solidFill>
                <a:latin typeface="Arial"/>
                <a:cs typeface="Arial"/>
              </a:rPr>
              <a:t>Prospects</a:t>
            </a:r>
            <a:endParaRPr sz="31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1777" y="7117457"/>
            <a:ext cx="962025" cy="8915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541020" algn="l"/>
              </a:tabLst>
            </a:pPr>
            <a:r>
              <a:rPr sz="8475" spc="-6434" baseline="-33431" dirty="0">
                <a:solidFill>
                  <a:srgbClr val="1A1A16"/>
                </a:solidFill>
                <a:latin typeface="Arial"/>
                <a:cs typeface="Arial"/>
              </a:rPr>
              <a:t>�</a:t>
            </a:r>
            <a:r>
              <a:rPr sz="1550" spc="-105" dirty="0">
                <a:solidFill>
                  <a:srgbClr val="1A1A16"/>
                </a:solidFill>
                <a:latin typeface="Arial"/>
                <a:cs typeface="Arial"/>
              </a:rPr>
              <a:t>�</a:t>
            </a:r>
            <a:r>
              <a:rPr sz="1550" dirty="0">
                <a:solidFill>
                  <a:srgbClr val="1A1A16"/>
                </a:solidFill>
                <a:latin typeface="Arial"/>
                <a:cs typeface="Arial"/>
              </a:rPr>
              <a:t>	</a:t>
            </a:r>
            <a:r>
              <a:rPr sz="8475" spc="-3509" baseline="-33431" dirty="0">
                <a:solidFill>
                  <a:srgbClr val="1A1A16"/>
                </a:solidFill>
                <a:latin typeface="Arial"/>
                <a:cs typeface="Arial"/>
              </a:rPr>
              <a:t>®</a:t>
            </a:r>
            <a:r>
              <a:rPr sz="1550" u="heavy" spc="-75" dirty="0">
                <a:solidFill>
                  <a:srgbClr val="625D46"/>
                </a:solidFill>
                <a:uFill>
                  <a:solidFill>
                    <a:srgbClr val="625D46"/>
                  </a:solidFill>
                </a:uFill>
                <a:latin typeface="Arial"/>
                <a:cs typeface="Arial"/>
              </a:rPr>
              <a:t>;i,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96208" y="7436611"/>
            <a:ext cx="3936365" cy="94234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8415" marR="5080" indent="-6350">
              <a:lnSpc>
                <a:spcPts val="3420"/>
              </a:lnSpc>
              <a:spcBef>
                <a:spcPts val="530"/>
              </a:spcBef>
            </a:pPr>
            <a:r>
              <a:rPr sz="3150" spc="-45" dirty="0">
                <a:solidFill>
                  <a:srgbClr val="080A05"/>
                </a:solidFill>
                <a:latin typeface="Arial"/>
                <a:cs typeface="Arial"/>
              </a:rPr>
              <a:t>Documentation-</a:t>
            </a:r>
            <a:r>
              <a:rPr sz="3150" spc="-10" dirty="0">
                <a:solidFill>
                  <a:srgbClr val="080A05"/>
                </a:solidFill>
                <a:latin typeface="Arial"/>
                <a:cs typeface="Arial"/>
              </a:rPr>
              <a:t>Driven </a:t>
            </a:r>
            <a:r>
              <a:rPr sz="3150" spc="-25" dirty="0">
                <a:solidFill>
                  <a:srgbClr val="080A05"/>
                </a:solidFill>
                <a:latin typeface="Arial"/>
                <a:cs typeface="Arial"/>
              </a:rPr>
              <a:t>Adoption</a:t>
            </a:r>
            <a:r>
              <a:rPr sz="3150" spc="-295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080A05"/>
                </a:solidFill>
                <a:latin typeface="Arial"/>
                <a:cs typeface="Arial"/>
              </a:rPr>
              <a:t>Signals</a:t>
            </a:r>
            <a:endParaRPr sz="31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295867" y="6128080"/>
            <a:ext cx="330835" cy="6540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100" spc="60" dirty="0">
                <a:solidFill>
                  <a:srgbClr val="464231"/>
                </a:solidFill>
                <a:latin typeface="Arial"/>
                <a:cs typeface="Arial"/>
              </a:rPr>
              <a:t>0</a:t>
            </a:r>
            <a:endParaRPr sz="4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64930" y="5808926"/>
            <a:ext cx="5461635" cy="9486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159510" marR="5080" indent="-1147445">
              <a:lnSpc>
                <a:spcPts val="3320"/>
              </a:lnSpc>
              <a:spcBef>
                <a:spcPts val="760"/>
              </a:spcBef>
              <a:tabLst>
                <a:tab pos="840105" algn="l"/>
                <a:tab pos="1165860" algn="l"/>
              </a:tabLst>
            </a:pPr>
            <a:r>
              <a:rPr sz="3300" u="heavy" spc="-360" dirty="0">
                <a:solidFill>
                  <a:srgbClr val="2B2D28"/>
                </a:solidFill>
                <a:uFill>
                  <a:solidFill>
                    <a:srgbClr val="2B2D28"/>
                  </a:solidFill>
                </a:uFill>
                <a:latin typeface="Arial"/>
                <a:cs typeface="Arial"/>
              </a:rPr>
              <a:t>�,&gt;</a:t>
            </a:r>
            <a:r>
              <a:rPr sz="3300" u="heavy" dirty="0">
                <a:solidFill>
                  <a:srgbClr val="2B2D28"/>
                </a:solidFill>
                <a:uFill>
                  <a:solidFill>
                    <a:srgbClr val="2B2D28"/>
                  </a:solidFill>
                </a:uFill>
                <a:latin typeface="Arial"/>
                <a:cs typeface="Arial"/>
              </a:rPr>
              <a:t>	</a:t>
            </a:r>
            <a:r>
              <a:rPr sz="3300" u="none" dirty="0">
                <a:solidFill>
                  <a:srgbClr val="2B2D28"/>
                </a:solidFill>
                <a:latin typeface="Arial"/>
                <a:cs typeface="Arial"/>
              </a:rPr>
              <a:t>		</a:t>
            </a:r>
            <a:r>
              <a:rPr sz="3150" u="none" spc="-55" dirty="0">
                <a:solidFill>
                  <a:srgbClr val="080A05"/>
                </a:solidFill>
                <a:latin typeface="Arial"/>
                <a:cs typeface="Arial"/>
              </a:rPr>
              <a:t>Higher</a:t>
            </a:r>
            <a:r>
              <a:rPr sz="3150" u="none" spc="-15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u="none" spc="-60" dirty="0">
                <a:solidFill>
                  <a:srgbClr val="080A05"/>
                </a:solidFill>
                <a:latin typeface="Arial"/>
                <a:cs typeface="Arial"/>
              </a:rPr>
              <a:t>Conversion</a:t>
            </a:r>
            <a:r>
              <a:rPr sz="3150" u="none" spc="-12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u="none" spc="-65" dirty="0">
                <a:solidFill>
                  <a:srgbClr val="080A05"/>
                </a:solidFill>
                <a:latin typeface="Arial"/>
                <a:cs typeface="Arial"/>
              </a:rPr>
              <a:t>Rates </a:t>
            </a:r>
            <a:r>
              <a:rPr sz="3150" u="none" spc="80" dirty="0">
                <a:solidFill>
                  <a:srgbClr val="080A05"/>
                </a:solidFill>
                <a:latin typeface="Arial"/>
                <a:cs typeface="Arial"/>
              </a:rPr>
              <a:t>in</a:t>
            </a:r>
            <a:r>
              <a:rPr sz="3150" u="none" spc="-32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u="none" dirty="0">
                <a:solidFill>
                  <a:srgbClr val="080A05"/>
                </a:solidFill>
                <a:latin typeface="Arial"/>
                <a:cs typeface="Arial"/>
              </a:rPr>
              <a:t>the</a:t>
            </a:r>
            <a:r>
              <a:rPr sz="3150" u="none" spc="-365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u="none" spc="-85" dirty="0">
                <a:solidFill>
                  <a:srgbClr val="080A05"/>
                </a:solidFill>
                <a:latin typeface="Arial"/>
                <a:cs typeface="Arial"/>
              </a:rPr>
              <a:t>Sales</a:t>
            </a:r>
            <a:r>
              <a:rPr sz="3150" u="none" spc="-25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u="none" spc="-10" dirty="0">
                <a:solidFill>
                  <a:srgbClr val="080A05"/>
                </a:solidFill>
                <a:latin typeface="Arial"/>
                <a:cs typeface="Arial"/>
              </a:rPr>
              <a:t>Cycle</a:t>
            </a:r>
            <a:endParaRPr sz="31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890972" y="7494058"/>
            <a:ext cx="935355" cy="8978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7785">
              <a:lnSpc>
                <a:spcPts val="3570"/>
              </a:lnSpc>
              <a:spcBef>
                <a:spcPts val="114"/>
              </a:spcBef>
            </a:pPr>
            <a:r>
              <a:rPr sz="2300" spc="685" dirty="0">
                <a:solidFill>
                  <a:srgbClr val="2B2D28"/>
                </a:solidFill>
                <a:latin typeface="Arial"/>
                <a:cs typeface="Arial"/>
              </a:rPr>
              <a:t>0</a:t>
            </a:r>
            <a:r>
              <a:rPr sz="5100" spc="1027" baseline="11437" dirty="0">
                <a:solidFill>
                  <a:srgbClr val="625D46"/>
                </a:solidFill>
                <a:latin typeface="Arial"/>
                <a:cs typeface="Arial"/>
              </a:rPr>
              <a:t>0</a:t>
            </a:r>
            <a:r>
              <a:rPr sz="2300" spc="685" dirty="0">
                <a:solidFill>
                  <a:srgbClr val="2B2D28"/>
                </a:solidFill>
                <a:latin typeface="Arial"/>
                <a:cs typeface="Arial"/>
              </a:rPr>
              <a:t>0</a:t>
            </a:r>
            <a:endParaRPr sz="2300">
              <a:latin typeface="Arial"/>
              <a:cs typeface="Arial"/>
            </a:endParaRPr>
          </a:p>
          <a:p>
            <a:pPr marL="38100">
              <a:lnSpc>
                <a:spcPts val="3270"/>
              </a:lnSpc>
            </a:pPr>
            <a:r>
              <a:rPr sz="3150" spc="-50" dirty="0">
                <a:solidFill>
                  <a:srgbClr val="1A1A16"/>
                </a:solidFill>
                <a:latin typeface="Arial"/>
                <a:cs typeface="Arial"/>
              </a:rPr>
              <a:t>�</a:t>
            </a:r>
            <a:endParaRPr sz="31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113743" y="7436611"/>
            <a:ext cx="4142104" cy="95504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8415" marR="5080" indent="-6350">
              <a:lnSpc>
                <a:spcPts val="3520"/>
              </a:lnSpc>
              <a:spcBef>
                <a:spcPts val="450"/>
              </a:spcBef>
            </a:pPr>
            <a:r>
              <a:rPr sz="3150" spc="-50" dirty="0">
                <a:solidFill>
                  <a:srgbClr val="080A05"/>
                </a:solidFill>
                <a:latin typeface="Arial"/>
                <a:cs typeface="Arial"/>
              </a:rPr>
              <a:t>Increased</a:t>
            </a:r>
            <a:r>
              <a:rPr sz="3150" spc="-16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3150" spc="-10" dirty="0">
                <a:solidFill>
                  <a:srgbClr val="080A05"/>
                </a:solidFill>
                <a:latin typeface="Arial"/>
                <a:cs typeface="Arial"/>
              </a:rPr>
              <a:t>Customer </a:t>
            </a:r>
            <a:r>
              <a:rPr sz="3150" spc="-40" dirty="0">
                <a:solidFill>
                  <a:srgbClr val="080A05"/>
                </a:solidFill>
                <a:latin typeface="Arial"/>
                <a:cs typeface="Arial"/>
              </a:rPr>
              <a:t>Satisfaction</a:t>
            </a:r>
            <a:r>
              <a:rPr sz="3150" spc="-180" dirty="0">
                <a:solidFill>
                  <a:srgbClr val="080A05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1A1A16"/>
                </a:solidFill>
                <a:latin typeface="Arial"/>
                <a:cs typeface="Arial"/>
              </a:rPr>
              <a:t>&amp;</a:t>
            </a:r>
            <a:r>
              <a:rPr sz="2900" spc="-95" dirty="0">
                <a:solidFill>
                  <a:srgbClr val="1A1A16"/>
                </a:solidFill>
                <a:latin typeface="Arial"/>
                <a:cs typeface="Arial"/>
              </a:rPr>
              <a:t> </a:t>
            </a:r>
            <a:r>
              <a:rPr sz="3150" spc="-40" dirty="0">
                <a:solidFill>
                  <a:srgbClr val="080A05"/>
                </a:solidFill>
                <a:latin typeface="Arial"/>
                <a:cs typeface="Arial"/>
              </a:rPr>
              <a:t>Retention</a:t>
            </a:r>
            <a:endParaRPr sz="3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4606" y="4034432"/>
            <a:ext cx="14295755" cy="16624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marR="5080" indent="22860">
              <a:lnSpc>
                <a:spcPts val="6130"/>
              </a:lnSpc>
              <a:spcBef>
                <a:spcPts val="825"/>
              </a:spcBef>
            </a:pPr>
            <a:r>
              <a:rPr sz="5600" b="1" spc="-130" dirty="0">
                <a:solidFill>
                  <a:srgbClr val="161613"/>
                </a:solidFill>
                <a:latin typeface="Arial"/>
                <a:cs typeface="Arial"/>
              </a:rPr>
              <a:t>A</a:t>
            </a:r>
            <a:r>
              <a:rPr sz="5600" b="1" spc="-69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-10" dirty="0">
                <a:solidFill>
                  <a:srgbClr val="161613"/>
                </a:solidFill>
                <a:latin typeface="Arial"/>
                <a:cs typeface="Arial"/>
              </a:rPr>
              <a:t>case</a:t>
            </a:r>
            <a:r>
              <a:rPr sz="5600" b="1" spc="-75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70" dirty="0">
                <a:solidFill>
                  <a:srgbClr val="161613"/>
                </a:solidFill>
                <a:latin typeface="Arial"/>
                <a:cs typeface="Arial"/>
              </a:rPr>
              <a:t>in</a:t>
            </a:r>
            <a:r>
              <a:rPr sz="5600" b="1" spc="-93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-85" dirty="0">
                <a:solidFill>
                  <a:srgbClr val="161613"/>
                </a:solidFill>
                <a:latin typeface="Arial"/>
                <a:cs typeface="Arial"/>
              </a:rPr>
              <a:t>point:</a:t>
            </a:r>
            <a:r>
              <a:rPr sz="5600" b="1" spc="-76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-75" dirty="0">
                <a:solidFill>
                  <a:srgbClr val="161613"/>
                </a:solidFill>
                <a:latin typeface="Arial"/>
                <a:cs typeface="Arial"/>
              </a:rPr>
              <a:t>They</a:t>
            </a:r>
            <a:r>
              <a:rPr sz="5600" b="1" spc="-76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-160" dirty="0">
                <a:solidFill>
                  <a:srgbClr val="161613"/>
                </a:solidFill>
                <a:latin typeface="Arial"/>
                <a:cs typeface="Arial"/>
              </a:rPr>
              <a:t>might</a:t>
            </a:r>
            <a:r>
              <a:rPr sz="5600" b="1" spc="-65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-65" dirty="0">
                <a:solidFill>
                  <a:srgbClr val="161613"/>
                </a:solidFill>
                <a:latin typeface="Arial"/>
                <a:cs typeface="Arial"/>
              </a:rPr>
              <a:t>not</a:t>
            </a:r>
            <a:r>
              <a:rPr sz="5600" b="1" spc="-69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-70" dirty="0">
                <a:solidFill>
                  <a:srgbClr val="161613"/>
                </a:solidFill>
                <a:latin typeface="Arial"/>
                <a:cs typeface="Arial"/>
              </a:rPr>
              <a:t>want</a:t>
            </a:r>
            <a:r>
              <a:rPr sz="5600" b="1" spc="-64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-190" dirty="0">
                <a:solidFill>
                  <a:srgbClr val="161613"/>
                </a:solidFill>
                <a:latin typeface="Arial"/>
                <a:cs typeface="Arial"/>
              </a:rPr>
              <a:t>savings, </a:t>
            </a:r>
            <a:r>
              <a:rPr sz="5600" b="1" spc="-40" dirty="0">
                <a:solidFill>
                  <a:srgbClr val="161613"/>
                </a:solidFill>
                <a:latin typeface="Arial"/>
                <a:cs typeface="Arial"/>
              </a:rPr>
              <a:t>they</a:t>
            </a:r>
            <a:r>
              <a:rPr sz="5600" b="1" spc="-69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-100" dirty="0">
                <a:solidFill>
                  <a:srgbClr val="161613"/>
                </a:solidFill>
                <a:latin typeface="Arial"/>
                <a:cs typeface="Arial"/>
              </a:rPr>
              <a:t>might</a:t>
            </a:r>
            <a:r>
              <a:rPr sz="5600" b="1" spc="-45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-10" dirty="0">
                <a:solidFill>
                  <a:srgbClr val="161613"/>
                </a:solidFill>
                <a:latin typeface="Arial"/>
                <a:cs typeface="Arial"/>
              </a:rPr>
              <a:t>need</a:t>
            </a:r>
            <a:r>
              <a:rPr sz="5600" b="1" spc="-51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5600" b="1" spc="-10" dirty="0">
                <a:solidFill>
                  <a:srgbClr val="161613"/>
                </a:solidFill>
                <a:latin typeface="Arial"/>
                <a:cs typeface="Arial"/>
              </a:rPr>
              <a:t>sales.</a:t>
            </a:r>
            <a:endParaRPr sz="56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600"/>
              </a:lnSpc>
            </a:pPr>
            <a:r>
              <a:rPr sz="1300" spc="-70" dirty="0">
                <a:solidFill>
                  <a:srgbClr val="3A3A38"/>
                </a:solidFill>
              </a:rPr>
              <a:t>I'S\</a:t>
            </a:r>
            <a:r>
              <a:rPr sz="1300" spc="-20" dirty="0">
                <a:solidFill>
                  <a:srgbClr val="3A3A38"/>
                </a:solidFill>
              </a:rPr>
              <a:t> </a:t>
            </a:r>
            <a:r>
              <a:rPr spc="-10" dirty="0"/>
              <a:t>NotebookLM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952618" y="5949355"/>
            <a:ext cx="15438755" cy="313690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3335" marR="5080" indent="15240">
              <a:lnSpc>
                <a:spcPct val="97200"/>
              </a:lnSpc>
              <a:spcBef>
                <a:spcPts val="210"/>
              </a:spcBef>
            </a:pPr>
            <a:r>
              <a:rPr sz="2900" spc="-85" dirty="0">
                <a:solidFill>
                  <a:srgbClr val="161613"/>
                </a:solidFill>
                <a:latin typeface="Arial"/>
                <a:cs typeface="Arial"/>
              </a:rPr>
              <a:t>A</a:t>
            </a:r>
            <a:r>
              <a:rPr sz="2900" spc="-38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200" dirty="0">
                <a:solidFill>
                  <a:srgbClr val="050503"/>
                </a:solidFill>
                <a:latin typeface="Arial"/>
                <a:cs typeface="Arial"/>
              </a:rPr>
              <a:t>CEO</a:t>
            </a:r>
            <a:r>
              <a:rPr sz="2900" spc="-23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95" dirty="0">
                <a:solidFill>
                  <a:srgbClr val="161613"/>
                </a:solidFill>
                <a:latin typeface="Arial"/>
                <a:cs typeface="Arial"/>
              </a:rPr>
              <a:t>was</a:t>
            </a:r>
            <a:r>
              <a:rPr sz="2900" spc="-37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105" dirty="0">
                <a:solidFill>
                  <a:srgbClr val="161613"/>
                </a:solidFill>
                <a:latin typeface="Arial"/>
                <a:cs typeface="Arial"/>
              </a:rPr>
              <a:t>asked</a:t>
            </a:r>
            <a:r>
              <a:rPr sz="2900" spc="-434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50" dirty="0">
                <a:solidFill>
                  <a:srgbClr val="161613"/>
                </a:solidFill>
                <a:latin typeface="Arial"/>
                <a:cs typeface="Arial"/>
              </a:rPr>
              <a:t>byhis</a:t>
            </a:r>
            <a:r>
              <a:rPr sz="2900" spc="-40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70" dirty="0">
                <a:solidFill>
                  <a:srgbClr val="161613"/>
                </a:solidFill>
                <a:latin typeface="Arial"/>
                <a:cs typeface="Arial"/>
              </a:rPr>
              <a:t>board</a:t>
            </a:r>
            <a:r>
              <a:rPr sz="2900" spc="-35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105" dirty="0">
                <a:solidFill>
                  <a:srgbClr val="161613"/>
                </a:solidFill>
                <a:latin typeface="Arial"/>
                <a:cs typeface="Arial"/>
              </a:rPr>
              <a:t>to</a:t>
            </a:r>
            <a:r>
              <a:rPr sz="2900" spc="-459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105" dirty="0">
                <a:solidFill>
                  <a:srgbClr val="050503"/>
                </a:solidFill>
                <a:latin typeface="Arial"/>
                <a:cs typeface="Arial"/>
              </a:rPr>
              <a:t>deliver</a:t>
            </a:r>
            <a:r>
              <a:rPr sz="2900" spc="-229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60" dirty="0">
                <a:solidFill>
                  <a:srgbClr val="161613"/>
                </a:solidFill>
                <a:latin typeface="Arial"/>
                <a:cs typeface="Arial"/>
              </a:rPr>
              <a:t>an</a:t>
            </a:r>
            <a:r>
              <a:rPr sz="2900" spc="-41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b="1" spc="-85" dirty="0">
                <a:solidFill>
                  <a:srgbClr val="050503"/>
                </a:solidFill>
                <a:latin typeface="Arial"/>
                <a:cs typeface="Arial"/>
              </a:rPr>
              <a:t>8%increase</a:t>
            </a:r>
            <a:r>
              <a:rPr sz="2900" b="1" spc="-27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b="1" spc="-75" dirty="0">
                <a:solidFill>
                  <a:srgbClr val="050503"/>
                </a:solidFill>
                <a:latin typeface="Arial"/>
                <a:cs typeface="Arial"/>
              </a:rPr>
              <a:t>in</a:t>
            </a:r>
            <a:r>
              <a:rPr sz="2900" b="1" spc="-37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b="1" spc="-175" dirty="0">
                <a:solidFill>
                  <a:srgbClr val="050503"/>
                </a:solidFill>
                <a:latin typeface="Arial"/>
                <a:cs typeface="Arial"/>
              </a:rPr>
              <a:t>sales.</a:t>
            </a:r>
            <a:r>
              <a:rPr sz="2900" b="1" spc="-32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50" dirty="0">
                <a:solidFill>
                  <a:srgbClr val="050503"/>
                </a:solidFill>
                <a:latin typeface="Arial"/>
                <a:cs typeface="Arial"/>
              </a:rPr>
              <a:t>His</a:t>
            </a:r>
            <a:r>
              <a:rPr sz="2900" spc="-36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55" dirty="0">
                <a:solidFill>
                  <a:srgbClr val="050503"/>
                </a:solidFill>
                <a:latin typeface="Arial"/>
                <a:cs typeface="Arial"/>
              </a:rPr>
              <a:t>job</a:t>
            </a:r>
            <a:r>
              <a:rPr sz="2900" spc="-31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110" dirty="0">
                <a:solidFill>
                  <a:srgbClr val="161613"/>
                </a:solidFill>
                <a:latin typeface="Arial"/>
                <a:cs typeface="Arial"/>
              </a:rPr>
              <a:t>depended</a:t>
            </a:r>
            <a:r>
              <a:rPr sz="2900" spc="-18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161613"/>
                </a:solidFill>
                <a:latin typeface="Arial"/>
                <a:cs typeface="Arial"/>
              </a:rPr>
              <a:t>on</a:t>
            </a:r>
            <a:r>
              <a:rPr sz="2900" spc="-50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050503"/>
                </a:solidFill>
                <a:latin typeface="Arial"/>
                <a:cs typeface="Arial"/>
              </a:rPr>
              <a:t>it</a:t>
            </a:r>
            <a:r>
              <a:rPr sz="2900" dirty="0">
                <a:solidFill>
                  <a:srgbClr val="2F312D"/>
                </a:solidFill>
                <a:latin typeface="Arial"/>
                <a:cs typeface="Arial"/>
              </a:rPr>
              <a:t>.</a:t>
            </a:r>
            <a:r>
              <a:rPr sz="2900" dirty="0">
                <a:solidFill>
                  <a:srgbClr val="050503"/>
                </a:solidFill>
                <a:latin typeface="Arial"/>
                <a:cs typeface="Arial"/>
              </a:rPr>
              <a:t>The</a:t>
            </a:r>
            <a:r>
              <a:rPr sz="2900" spc="-42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161613"/>
                </a:solidFill>
                <a:latin typeface="Arial"/>
                <a:cs typeface="Arial"/>
              </a:rPr>
              <a:t>content </a:t>
            </a:r>
            <a:r>
              <a:rPr sz="2900" spc="-90" dirty="0">
                <a:solidFill>
                  <a:srgbClr val="050503"/>
                </a:solidFill>
                <a:latin typeface="Arial"/>
                <a:cs typeface="Arial"/>
              </a:rPr>
              <a:t>team</a:t>
            </a:r>
            <a:r>
              <a:rPr sz="2900" spc="-35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120" dirty="0">
                <a:solidFill>
                  <a:srgbClr val="161613"/>
                </a:solidFill>
                <a:latin typeface="Arial"/>
                <a:cs typeface="Arial"/>
              </a:rPr>
              <a:t>came</a:t>
            </a:r>
            <a:r>
              <a:rPr sz="2900" spc="-229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161613"/>
                </a:solidFill>
                <a:latin typeface="Arial"/>
                <a:cs typeface="Arial"/>
              </a:rPr>
              <a:t>to</a:t>
            </a:r>
            <a:r>
              <a:rPr sz="2900" spc="-42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70" dirty="0">
                <a:solidFill>
                  <a:srgbClr val="050503"/>
                </a:solidFill>
                <a:latin typeface="Arial"/>
                <a:cs typeface="Arial"/>
              </a:rPr>
              <a:t>him</a:t>
            </a:r>
            <a:r>
              <a:rPr sz="2900" spc="-34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85" dirty="0">
                <a:solidFill>
                  <a:srgbClr val="161613"/>
                </a:solidFill>
                <a:latin typeface="Arial"/>
                <a:cs typeface="Arial"/>
              </a:rPr>
              <a:t>offering</a:t>
            </a:r>
            <a:r>
              <a:rPr sz="2900" spc="-23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161613"/>
                </a:solidFill>
                <a:latin typeface="Arial"/>
                <a:cs typeface="Arial"/>
              </a:rPr>
              <a:t>a</a:t>
            </a:r>
            <a:r>
              <a:rPr sz="2900" dirty="0">
                <a:solidFill>
                  <a:srgbClr val="050503"/>
                </a:solidFill>
                <a:latin typeface="Arial"/>
                <a:cs typeface="Arial"/>
              </a:rPr>
              <a:t>project</a:t>
            </a:r>
            <a:r>
              <a:rPr sz="2900" spc="-11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45" dirty="0">
                <a:solidFill>
                  <a:srgbClr val="050503"/>
                </a:solidFill>
                <a:latin typeface="Arial"/>
                <a:cs typeface="Arial"/>
              </a:rPr>
              <a:t>that</a:t>
            </a:r>
            <a:r>
              <a:rPr sz="2900" spc="-29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70" dirty="0">
                <a:solidFill>
                  <a:srgbClr val="161613"/>
                </a:solidFill>
                <a:latin typeface="Arial"/>
                <a:cs typeface="Arial"/>
              </a:rPr>
              <a:t>would</a:t>
            </a:r>
            <a:r>
              <a:rPr sz="2900" spc="-28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b="1" spc="-165" dirty="0">
                <a:solidFill>
                  <a:srgbClr val="050503"/>
                </a:solidFill>
                <a:latin typeface="Arial"/>
                <a:cs typeface="Arial"/>
              </a:rPr>
              <a:t>save</a:t>
            </a:r>
            <a:r>
              <a:rPr sz="2900" b="1" spc="-33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b="1" spc="-70" dirty="0">
                <a:solidFill>
                  <a:srgbClr val="050503"/>
                </a:solidFill>
                <a:latin typeface="Arial"/>
                <a:cs typeface="Arial"/>
              </a:rPr>
              <a:t>the</a:t>
            </a:r>
            <a:r>
              <a:rPr sz="2900" b="1" spc="-41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b="1" spc="-195" dirty="0">
                <a:solidFill>
                  <a:srgbClr val="050503"/>
                </a:solidFill>
                <a:latin typeface="Arial"/>
                <a:cs typeface="Arial"/>
              </a:rPr>
              <a:t>company</a:t>
            </a:r>
            <a:r>
              <a:rPr sz="2900" b="1" spc="-16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b="1" dirty="0">
                <a:solidFill>
                  <a:srgbClr val="050503"/>
                </a:solidFill>
                <a:latin typeface="Arial"/>
                <a:cs typeface="Arial"/>
              </a:rPr>
              <a:t>$500,000.</a:t>
            </a:r>
            <a:r>
              <a:rPr sz="2900" b="1" spc="-28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45" dirty="0">
                <a:solidFill>
                  <a:srgbClr val="050503"/>
                </a:solidFill>
                <a:latin typeface="Arial"/>
                <a:cs typeface="Arial"/>
              </a:rPr>
              <a:t>The</a:t>
            </a:r>
            <a:r>
              <a:rPr sz="2900" spc="-434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135" dirty="0">
                <a:solidFill>
                  <a:srgbClr val="161613"/>
                </a:solidFill>
                <a:latin typeface="Arial"/>
                <a:cs typeface="Arial"/>
              </a:rPr>
              <a:t>CEO</a:t>
            </a:r>
            <a:r>
              <a:rPr sz="2900" spc="-135" dirty="0">
                <a:solidFill>
                  <a:srgbClr val="2F312D"/>
                </a:solidFill>
                <a:latin typeface="Arial"/>
                <a:cs typeface="Arial"/>
              </a:rPr>
              <a:t>'</a:t>
            </a:r>
            <a:r>
              <a:rPr sz="2900" spc="-135" dirty="0">
                <a:solidFill>
                  <a:srgbClr val="161613"/>
                </a:solidFill>
                <a:latin typeface="Arial"/>
                <a:cs typeface="Arial"/>
              </a:rPr>
              <a:t>s</a:t>
            </a:r>
            <a:r>
              <a:rPr sz="2900" spc="-47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050503"/>
                </a:solidFill>
                <a:latin typeface="Arial"/>
                <a:cs typeface="Arial"/>
              </a:rPr>
              <a:t>response: </a:t>
            </a:r>
            <a:r>
              <a:rPr sz="2900" spc="-80" dirty="0">
                <a:solidFill>
                  <a:srgbClr val="2F312D"/>
                </a:solidFill>
                <a:latin typeface="Arial"/>
                <a:cs typeface="Arial"/>
              </a:rPr>
              <a:t>"</a:t>
            </a:r>
            <a:r>
              <a:rPr sz="2900" spc="-80" dirty="0">
                <a:solidFill>
                  <a:srgbClr val="050503"/>
                </a:solidFill>
                <a:latin typeface="Arial"/>
                <a:cs typeface="Arial"/>
              </a:rPr>
              <a:t>That's</a:t>
            </a:r>
            <a:r>
              <a:rPr sz="2900" spc="-38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95" dirty="0">
                <a:solidFill>
                  <a:srgbClr val="050503"/>
                </a:solidFill>
                <a:latin typeface="Arial"/>
                <a:cs typeface="Arial"/>
              </a:rPr>
              <a:t>nice.</a:t>
            </a:r>
            <a:r>
              <a:rPr sz="2900" spc="-39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85" dirty="0">
                <a:solidFill>
                  <a:srgbClr val="050503"/>
                </a:solidFill>
                <a:latin typeface="Arial"/>
                <a:cs typeface="Arial"/>
              </a:rPr>
              <a:t>But</a:t>
            </a:r>
            <a:r>
              <a:rPr sz="2900" spc="-204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60" dirty="0">
                <a:solidFill>
                  <a:srgbClr val="161613"/>
                </a:solidFill>
                <a:latin typeface="Arial"/>
                <a:cs typeface="Arial"/>
              </a:rPr>
              <a:t>can</a:t>
            </a:r>
            <a:r>
              <a:rPr sz="2900" spc="-45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40" dirty="0">
                <a:solidFill>
                  <a:srgbClr val="161613"/>
                </a:solidFill>
                <a:latin typeface="Arial"/>
                <a:cs typeface="Arial"/>
              </a:rPr>
              <a:t>you</a:t>
            </a:r>
            <a:r>
              <a:rPr sz="2900" spc="-51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50" dirty="0">
                <a:solidFill>
                  <a:srgbClr val="050503"/>
                </a:solidFill>
                <a:latin typeface="Arial"/>
                <a:cs typeface="Arial"/>
              </a:rPr>
              <a:t>help</a:t>
            </a:r>
            <a:r>
              <a:rPr sz="2900" spc="-40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50" dirty="0">
                <a:solidFill>
                  <a:srgbClr val="161613"/>
                </a:solidFill>
                <a:latin typeface="Arial"/>
                <a:cs typeface="Arial"/>
              </a:rPr>
              <a:t>me</a:t>
            </a:r>
            <a:r>
              <a:rPr sz="2900" spc="-43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155" dirty="0">
                <a:solidFill>
                  <a:srgbClr val="050503"/>
                </a:solidFill>
                <a:latin typeface="Arial"/>
                <a:cs typeface="Arial"/>
              </a:rPr>
              <a:t>make</a:t>
            </a:r>
            <a:r>
              <a:rPr sz="2900" spc="-32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290" dirty="0">
                <a:solidFill>
                  <a:srgbClr val="161613"/>
                </a:solidFill>
                <a:latin typeface="Arial"/>
                <a:cs typeface="Arial"/>
              </a:rPr>
              <a:t>8°/o?</a:t>
            </a:r>
            <a:r>
              <a:rPr sz="2900" spc="-30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50" dirty="0">
                <a:solidFill>
                  <a:srgbClr val="050503"/>
                </a:solidFill>
                <a:latin typeface="Arial"/>
                <a:cs typeface="Arial"/>
              </a:rPr>
              <a:t>If</a:t>
            </a:r>
            <a:r>
              <a:rPr sz="2900" spc="-30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40" dirty="0">
                <a:solidFill>
                  <a:srgbClr val="050503"/>
                </a:solidFill>
                <a:latin typeface="Arial"/>
                <a:cs typeface="Arial"/>
              </a:rPr>
              <a:t>I</a:t>
            </a:r>
            <a:r>
              <a:rPr sz="2900" spc="-37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90" dirty="0">
                <a:solidFill>
                  <a:srgbClr val="161613"/>
                </a:solidFill>
                <a:latin typeface="Arial"/>
                <a:cs typeface="Arial"/>
              </a:rPr>
              <a:t>spend</a:t>
            </a:r>
            <a:r>
              <a:rPr sz="2900" spc="-29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55" dirty="0">
                <a:solidFill>
                  <a:srgbClr val="161613"/>
                </a:solidFill>
                <a:latin typeface="Arial"/>
                <a:cs typeface="Arial"/>
              </a:rPr>
              <a:t>$100,000</a:t>
            </a:r>
            <a:r>
              <a:rPr sz="2900" spc="-19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161613"/>
                </a:solidFill>
                <a:latin typeface="Arial"/>
                <a:cs typeface="Arial"/>
              </a:rPr>
              <a:t>on</a:t>
            </a:r>
            <a:r>
              <a:rPr sz="2900" spc="-459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90" dirty="0">
                <a:solidFill>
                  <a:srgbClr val="161613"/>
                </a:solidFill>
                <a:latin typeface="Arial"/>
                <a:cs typeface="Arial"/>
              </a:rPr>
              <a:t>your</a:t>
            </a:r>
            <a:r>
              <a:rPr sz="2900" spc="-33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50" dirty="0">
                <a:solidFill>
                  <a:srgbClr val="161613"/>
                </a:solidFill>
                <a:latin typeface="Arial"/>
                <a:cs typeface="Arial"/>
              </a:rPr>
              <a:t>project</a:t>
            </a:r>
            <a:r>
              <a:rPr sz="2900" spc="-21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90" dirty="0">
                <a:solidFill>
                  <a:srgbClr val="161613"/>
                </a:solidFill>
                <a:latin typeface="Arial"/>
                <a:cs typeface="Arial"/>
              </a:rPr>
              <a:t>and</a:t>
            </a:r>
            <a:r>
              <a:rPr sz="2900" spc="-29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50" dirty="0">
                <a:solidFill>
                  <a:srgbClr val="161613"/>
                </a:solidFill>
                <a:latin typeface="Arial"/>
                <a:cs typeface="Arial"/>
              </a:rPr>
              <a:t>fail</a:t>
            </a:r>
            <a:r>
              <a:rPr sz="2900" spc="-46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161613"/>
                </a:solidFill>
                <a:latin typeface="Arial"/>
                <a:cs typeface="Arial"/>
              </a:rPr>
              <a:t>tomake</a:t>
            </a:r>
            <a:r>
              <a:rPr sz="2900" spc="-45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65" dirty="0">
                <a:solidFill>
                  <a:srgbClr val="050503"/>
                </a:solidFill>
                <a:latin typeface="Arial"/>
                <a:cs typeface="Arial"/>
              </a:rPr>
              <a:t>my</a:t>
            </a:r>
            <a:r>
              <a:rPr sz="2900" spc="-36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25" dirty="0">
                <a:solidFill>
                  <a:srgbClr val="161613"/>
                </a:solidFill>
                <a:latin typeface="Arial"/>
                <a:cs typeface="Arial"/>
              </a:rPr>
              <a:t>8% </a:t>
            </a:r>
            <a:r>
              <a:rPr sz="2900" spc="-95" dirty="0">
                <a:solidFill>
                  <a:srgbClr val="161613"/>
                </a:solidFill>
                <a:latin typeface="Arial"/>
                <a:cs typeface="Arial"/>
              </a:rPr>
              <a:t>commitment,</a:t>
            </a:r>
            <a:r>
              <a:rPr sz="2900" spc="-29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60" dirty="0">
                <a:solidFill>
                  <a:srgbClr val="050503"/>
                </a:solidFill>
                <a:latin typeface="Arial"/>
                <a:cs typeface="Arial"/>
              </a:rPr>
              <a:t>they</a:t>
            </a:r>
            <a:r>
              <a:rPr sz="2900" spc="-30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40" dirty="0">
                <a:solidFill>
                  <a:srgbClr val="161613"/>
                </a:solidFill>
                <a:latin typeface="Arial"/>
                <a:cs typeface="Arial"/>
              </a:rPr>
              <a:t>will</a:t>
            </a:r>
            <a:r>
              <a:rPr sz="2900" spc="-43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70" dirty="0">
                <a:solidFill>
                  <a:srgbClr val="161613"/>
                </a:solidFill>
                <a:latin typeface="Arial"/>
                <a:cs typeface="Arial"/>
              </a:rPr>
              <a:t>ask</a:t>
            </a:r>
            <a:r>
              <a:rPr sz="2900" spc="-40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50" dirty="0">
                <a:solidFill>
                  <a:srgbClr val="161613"/>
                </a:solidFill>
                <a:latin typeface="Arial"/>
                <a:cs typeface="Arial"/>
              </a:rPr>
              <a:t>me</a:t>
            </a:r>
            <a:r>
              <a:rPr sz="2900" spc="-45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75" dirty="0">
                <a:solidFill>
                  <a:srgbClr val="161613"/>
                </a:solidFill>
                <a:latin typeface="Arial"/>
                <a:cs typeface="Arial"/>
              </a:rPr>
              <a:t>why</a:t>
            </a:r>
            <a:r>
              <a:rPr sz="2900" spc="-39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40" dirty="0">
                <a:solidFill>
                  <a:srgbClr val="050503"/>
                </a:solidFill>
                <a:latin typeface="Arial"/>
                <a:cs typeface="Arial"/>
              </a:rPr>
              <a:t>I</a:t>
            </a:r>
            <a:r>
              <a:rPr sz="2900" spc="-204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85" dirty="0">
                <a:solidFill>
                  <a:srgbClr val="050503"/>
                </a:solidFill>
                <a:latin typeface="Arial"/>
                <a:cs typeface="Arial"/>
              </a:rPr>
              <a:t>funded</a:t>
            </a:r>
            <a:r>
              <a:rPr sz="2900" spc="-28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25" dirty="0">
                <a:solidFill>
                  <a:srgbClr val="161613"/>
                </a:solidFill>
                <a:latin typeface="Arial"/>
                <a:cs typeface="Arial"/>
              </a:rPr>
              <a:t>a</a:t>
            </a:r>
            <a:r>
              <a:rPr sz="2900" spc="-47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60" dirty="0">
                <a:solidFill>
                  <a:srgbClr val="161613"/>
                </a:solidFill>
                <a:latin typeface="Arial"/>
                <a:cs typeface="Arial"/>
              </a:rPr>
              <a:t>project</a:t>
            </a:r>
            <a:r>
              <a:rPr sz="2900" spc="-17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45" dirty="0">
                <a:solidFill>
                  <a:srgbClr val="050503"/>
                </a:solidFill>
                <a:latin typeface="Arial"/>
                <a:cs typeface="Arial"/>
              </a:rPr>
              <a:t>that</a:t>
            </a:r>
            <a:r>
              <a:rPr sz="2900" spc="-31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60" dirty="0">
                <a:solidFill>
                  <a:srgbClr val="050503"/>
                </a:solidFill>
                <a:latin typeface="Arial"/>
                <a:cs typeface="Arial"/>
              </a:rPr>
              <a:t>had</a:t>
            </a:r>
            <a:r>
              <a:rPr sz="2900" spc="-484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spc="-65" dirty="0">
                <a:solidFill>
                  <a:srgbClr val="161613"/>
                </a:solidFill>
                <a:latin typeface="Arial"/>
                <a:cs typeface="Arial"/>
              </a:rPr>
              <a:t>nothing</a:t>
            </a:r>
            <a:r>
              <a:rPr sz="2900" spc="-37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105" dirty="0">
                <a:solidFill>
                  <a:srgbClr val="050503"/>
                </a:solidFill>
                <a:latin typeface="Arial"/>
                <a:cs typeface="Arial"/>
              </a:rPr>
              <a:t>to</a:t>
            </a:r>
            <a:r>
              <a:rPr sz="2900" spc="-47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2900" dirty="0">
                <a:solidFill>
                  <a:srgbClr val="161613"/>
                </a:solidFill>
                <a:latin typeface="Arial"/>
                <a:cs typeface="Arial"/>
              </a:rPr>
              <a:t>do</a:t>
            </a:r>
            <a:r>
              <a:rPr sz="2900" spc="-35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25" dirty="0">
                <a:solidFill>
                  <a:srgbClr val="161613"/>
                </a:solidFill>
                <a:latin typeface="Arial"/>
                <a:cs typeface="Arial"/>
              </a:rPr>
              <a:t>with</a:t>
            </a:r>
            <a:r>
              <a:rPr sz="2900" spc="-480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45" dirty="0">
                <a:solidFill>
                  <a:srgbClr val="161613"/>
                </a:solidFill>
                <a:latin typeface="Arial"/>
                <a:cs typeface="Arial"/>
              </a:rPr>
              <a:t>myprimary</a:t>
            </a:r>
            <a:r>
              <a:rPr sz="2900" spc="-155" dirty="0">
                <a:solidFill>
                  <a:srgbClr val="161613"/>
                </a:solidFill>
                <a:latin typeface="Arial"/>
                <a:cs typeface="Arial"/>
              </a:rPr>
              <a:t> </a:t>
            </a:r>
            <a:r>
              <a:rPr sz="2900" spc="-10" dirty="0">
                <a:solidFill>
                  <a:srgbClr val="161613"/>
                </a:solidFill>
                <a:latin typeface="Arial"/>
                <a:cs typeface="Arial"/>
              </a:rPr>
              <a:t>goal."</a:t>
            </a:r>
            <a:endParaRPr sz="2900">
              <a:latin typeface="Arial"/>
              <a:cs typeface="Arial"/>
            </a:endParaRPr>
          </a:p>
          <a:p>
            <a:pPr marL="18415">
              <a:lnSpc>
                <a:spcPts val="3970"/>
              </a:lnSpc>
              <a:spcBef>
                <a:spcPts val="2905"/>
              </a:spcBef>
            </a:pPr>
            <a:r>
              <a:rPr sz="3350" b="1" u="heavy" dirty="0">
                <a:solidFill>
                  <a:srgbClr val="050503"/>
                </a:solidFill>
                <a:uFill>
                  <a:solidFill>
                    <a:srgbClr val="050503"/>
                  </a:solidFill>
                </a:uFill>
                <a:latin typeface="Arial"/>
                <a:cs typeface="Arial"/>
              </a:rPr>
              <a:t>The</a:t>
            </a:r>
            <a:r>
              <a:rPr sz="3350" b="1" u="heavy" spc="-505" dirty="0">
                <a:solidFill>
                  <a:srgbClr val="050503"/>
                </a:solidFill>
                <a:uFill>
                  <a:solidFill>
                    <a:srgbClr val="050503"/>
                  </a:solidFill>
                </a:uFill>
                <a:latin typeface="Arial"/>
                <a:cs typeface="Arial"/>
              </a:rPr>
              <a:t> </a:t>
            </a:r>
            <a:r>
              <a:rPr sz="3350" b="1" u="heavy" spc="-155" dirty="0">
                <a:solidFill>
                  <a:srgbClr val="050503"/>
                </a:solidFill>
                <a:uFill>
                  <a:solidFill>
                    <a:srgbClr val="050503"/>
                  </a:solidFill>
                </a:uFill>
                <a:latin typeface="Arial"/>
                <a:cs typeface="Arial"/>
              </a:rPr>
              <a:t>Lesson:</a:t>
            </a:r>
            <a:r>
              <a:rPr sz="3350" b="1" u="none" spc="-24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u="none" spc="-165" dirty="0">
                <a:solidFill>
                  <a:srgbClr val="050503"/>
                </a:solidFill>
                <a:latin typeface="Arial"/>
                <a:cs typeface="Arial"/>
              </a:rPr>
              <a:t>Always</a:t>
            </a:r>
            <a:r>
              <a:rPr sz="3350" b="1" u="none" spc="-32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u="none" spc="-80" dirty="0">
                <a:solidFill>
                  <a:srgbClr val="050503"/>
                </a:solidFill>
                <a:latin typeface="Arial"/>
                <a:cs typeface="Arial"/>
              </a:rPr>
              <a:t>map</a:t>
            </a:r>
            <a:r>
              <a:rPr sz="3350" b="1" u="none" spc="-38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u="none" spc="-175" dirty="0">
                <a:solidFill>
                  <a:srgbClr val="050503"/>
                </a:solidFill>
                <a:latin typeface="Arial"/>
                <a:cs typeface="Arial"/>
              </a:rPr>
              <a:t>your</a:t>
            </a:r>
            <a:r>
              <a:rPr sz="3350" b="1" u="none" spc="-18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u="none" spc="-130" dirty="0">
                <a:solidFill>
                  <a:srgbClr val="050503"/>
                </a:solidFill>
                <a:latin typeface="Arial"/>
                <a:cs typeface="Arial"/>
              </a:rPr>
              <a:t>value</a:t>
            </a:r>
            <a:r>
              <a:rPr sz="3350" b="1" u="none" spc="-37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u="none" spc="-130" dirty="0">
                <a:solidFill>
                  <a:srgbClr val="050503"/>
                </a:solidFill>
                <a:latin typeface="Arial"/>
                <a:cs typeface="Arial"/>
              </a:rPr>
              <a:t>proposition</a:t>
            </a:r>
            <a:r>
              <a:rPr sz="3350" b="1" u="none" spc="-21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u="none" dirty="0">
                <a:solidFill>
                  <a:srgbClr val="050503"/>
                </a:solidFill>
                <a:latin typeface="Arial"/>
                <a:cs typeface="Arial"/>
              </a:rPr>
              <a:t>to</a:t>
            </a:r>
            <a:r>
              <a:rPr sz="3350" b="1" u="none" spc="-37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u="none" spc="-85" dirty="0">
                <a:solidFill>
                  <a:srgbClr val="050503"/>
                </a:solidFill>
                <a:latin typeface="Arial"/>
                <a:cs typeface="Arial"/>
              </a:rPr>
              <a:t>what</a:t>
            </a:r>
            <a:r>
              <a:rPr sz="3350" b="1" u="none" spc="-350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u="none" spc="-105" dirty="0">
                <a:solidFill>
                  <a:srgbClr val="050503"/>
                </a:solidFill>
                <a:latin typeface="Arial"/>
                <a:cs typeface="Arial"/>
              </a:rPr>
              <a:t>leadership</a:t>
            </a:r>
            <a:r>
              <a:rPr sz="3350" b="1" u="none" spc="-31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u="none" spc="-40" dirty="0">
                <a:solidFill>
                  <a:srgbClr val="050503"/>
                </a:solidFill>
                <a:latin typeface="Arial"/>
                <a:cs typeface="Arial"/>
              </a:rPr>
              <a:t>is</a:t>
            </a:r>
            <a:r>
              <a:rPr sz="3350" b="1" u="none" spc="-555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i="1" u="heavy" spc="-10" dirty="0">
                <a:solidFill>
                  <a:srgbClr val="050503"/>
                </a:solidFill>
                <a:uFill>
                  <a:solidFill>
                    <a:srgbClr val="050503"/>
                  </a:solidFill>
                </a:uFill>
                <a:latin typeface="Arial"/>
                <a:cs typeface="Arial"/>
              </a:rPr>
              <a:t>a/read</a:t>
            </a:r>
            <a:endParaRPr sz="3350">
              <a:latin typeface="Arial"/>
              <a:cs typeface="Arial"/>
            </a:endParaRPr>
          </a:p>
          <a:p>
            <a:pPr marL="12700">
              <a:lnSpc>
                <a:spcPts val="3970"/>
              </a:lnSpc>
            </a:pPr>
            <a:r>
              <a:rPr sz="3350" b="1" spc="-125" dirty="0">
                <a:solidFill>
                  <a:srgbClr val="050503"/>
                </a:solidFill>
                <a:latin typeface="Arial"/>
                <a:cs typeface="Arial"/>
              </a:rPr>
              <a:t>responsible</a:t>
            </a:r>
            <a:r>
              <a:rPr sz="3350" b="1" spc="-114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spc="-100" dirty="0">
                <a:solidFill>
                  <a:srgbClr val="050503"/>
                </a:solidFill>
                <a:latin typeface="Arial"/>
                <a:cs typeface="Arial"/>
              </a:rPr>
              <a:t>for</a:t>
            </a:r>
            <a:r>
              <a:rPr sz="3350" b="1" spc="-409" dirty="0">
                <a:solidFill>
                  <a:srgbClr val="050503"/>
                </a:solidFill>
                <a:latin typeface="Arial"/>
                <a:cs typeface="Arial"/>
              </a:rPr>
              <a:t> </a:t>
            </a:r>
            <a:r>
              <a:rPr sz="3350" b="1" spc="-35" dirty="0">
                <a:solidFill>
                  <a:srgbClr val="050503"/>
                </a:solidFill>
                <a:latin typeface="Arial"/>
                <a:cs typeface="Arial"/>
              </a:rPr>
              <a:t>delivering.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4523"/>
            <a:ext cx="10749959" cy="885970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219453" y="772683"/>
            <a:ext cx="5441950" cy="159067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4445" algn="just">
              <a:lnSpc>
                <a:spcPts val="4020"/>
              </a:lnSpc>
              <a:spcBef>
                <a:spcPts val="450"/>
              </a:spcBef>
            </a:pPr>
            <a:r>
              <a:rPr sz="3550" spc="-220" dirty="0">
                <a:solidFill>
                  <a:srgbClr val="030503"/>
                </a:solidFill>
              </a:rPr>
              <a:t>The</a:t>
            </a:r>
            <a:r>
              <a:rPr sz="3550" spc="-25" dirty="0">
                <a:solidFill>
                  <a:srgbClr val="030503"/>
                </a:solidFill>
              </a:rPr>
              <a:t> </a:t>
            </a:r>
            <a:r>
              <a:rPr sz="3550" spc="-210" dirty="0">
                <a:solidFill>
                  <a:srgbClr val="030503"/>
                </a:solidFill>
              </a:rPr>
              <a:t>future</a:t>
            </a:r>
            <a:r>
              <a:rPr sz="3550" spc="-40" dirty="0">
                <a:solidFill>
                  <a:srgbClr val="030503"/>
                </a:solidFill>
              </a:rPr>
              <a:t> </a:t>
            </a:r>
            <a:r>
              <a:rPr sz="3550" spc="-505" dirty="0">
                <a:solidFill>
                  <a:srgbClr val="030503"/>
                </a:solidFill>
              </a:rPr>
              <a:t>is</a:t>
            </a:r>
            <a:r>
              <a:rPr sz="3550" spc="260" dirty="0">
                <a:solidFill>
                  <a:srgbClr val="030503"/>
                </a:solidFill>
              </a:rPr>
              <a:t> </a:t>
            </a:r>
            <a:r>
              <a:rPr sz="3550" spc="-285" dirty="0">
                <a:solidFill>
                  <a:srgbClr val="030503"/>
                </a:solidFill>
              </a:rPr>
              <a:t>not</a:t>
            </a:r>
            <a:r>
              <a:rPr sz="3550" spc="40" dirty="0">
                <a:solidFill>
                  <a:srgbClr val="030503"/>
                </a:solidFill>
              </a:rPr>
              <a:t> </a:t>
            </a:r>
            <a:r>
              <a:rPr sz="3550" spc="-250" dirty="0">
                <a:solidFill>
                  <a:srgbClr val="030503"/>
                </a:solidFill>
              </a:rPr>
              <a:t>using</a:t>
            </a:r>
            <a:r>
              <a:rPr sz="3550" spc="100" dirty="0">
                <a:solidFill>
                  <a:srgbClr val="030503"/>
                </a:solidFill>
              </a:rPr>
              <a:t> </a:t>
            </a:r>
            <a:r>
              <a:rPr sz="3550" spc="-555" dirty="0">
                <a:solidFill>
                  <a:srgbClr val="030503"/>
                </a:solidFill>
              </a:rPr>
              <a:t>Al</a:t>
            </a:r>
            <a:r>
              <a:rPr sz="3550" spc="305" dirty="0">
                <a:solidFill>
                  <a:srgbClr val="030503"/>
                </a:solidFill>
              </a:rPr>
              <a:t> </a:t>
            </a:r>
            <a:r>
              <a:rPr sz="3550" spc="-25" dirty="0">
                <a:solidFill>
                  <a:srgbClr val="030503"/>
                </a:solidFill>
              </a:rPr>
              <a:t>to </a:t>
            </a:r>
            <a:r>
              <a:rPr sz="3550" spc="-170" dirty="0">
                <a:solidFill>
                  <a:srgbClr val="030503"/>
                </a:solidFill>
              </a:rPr>
              <a:t>write,</a:t>
            </a:r>
            <a:r>
              <a:rPr sz="3550" spc="-85" dirty="0">
                <a:solidFill>
                  <a:srgbClr val="030503"/>
                </a:solidFill>
              </a:rPr>
              <a:t> </a:t>
            </a:r>
            <a:r>
              <a:rPr sz="3550" spc="-245" dirty="0">
                <a:solidFill>
                  <a:srgbClr val="030503"/>
                </a:solidFill>
              </a:rPr>
              <a:t>but</a:t>
            </a:r>
            <a:r>
              <a:rPr sz="3550" spc="-5" dirty="0">
                <a:solidFill>
                  <a:srgbClr val="030503"/>
                </a:solidFill>
              </a:rPr>
              <a:t> </a:t>
            </a:r>
            <a:r>
              <a:rPr sz="3550" spc="-385" dirty="0">
                <a:solidFill>
                  <a:srgbClr val="030503"/>
                </a:solidFill>
              </a:rPr>
              <a:t>to</a:t>
            </a:r>
            <a:r>
              <a:rPr sz="3550" spc="140" dirty="0">
                <a:solidFill>
                  <a:srgbClr val="030503"/>
                </a:solidFill>
              </a:rPr>
              <a:t> </a:t>
            </a:r>
            <a:r>
              <a:rPr sz="3550" spc="-150" dirty="0">
                <a:solidFill>
                  <a:srgbClr val="030503"/>
                </a:solidFill>
              </a:rPr>
              <a:t>orchestrate</a:t>
            </a:r>
            <a:r>
              <a:rPr sz="3550" spc="-5" dirty="0">
                <a:solidFill>
                  <a:srgbClr val="030503"/>
                </a:solidFill>
              </a:rPr>
              <a:t> </a:t>
            </a:r>
            <a:r>
              <a:rPr sz="3550" spc="-25" dirty="0">
                <a:solidFill>
                  <a:srgbClr val="030503"/>
                </a:solidFill>
              </a:rPr>
              <a:t>the </a:t>
            </a:r>
            <a:r>
              <a:rPr sz="3550" spc="-110" dirty="0">
                <a:solidFill>
                  <a:srgbClr val="030503"/>
                </a:solidFill>
              </a:rPr>
              <a:t>entire</a:t>
            </a:r>
            <a:r>
              <a:rPr sz="3550" spc="-465" dirty="0">
                <a:solidFill>
                  <a:srgbClr val="030503"/>
                </a:solidFill>
              </a:rPr>
              <a:t> </a:t>
            </a:r>
            <a:r>
              <a:rPr sz="3550" spc="-135" dirty="0">
                <a:solidFill>
                  <a:srgbClr val="030503"/>
                </a:solidFill>
              </a:rPr>
              <a:t>content</a:t>
            </a:r>
            <a:r>
              <a:rPr sz="3550" spc="-240" dirty="0">
                <a:solidFill>
                  <a:srgbClr val="030503"/>
                </a:solidFill>
              </a:rPr>
              <a:t> </a:t>
            </a:r>
            <a:r>
              <a:rPr sz="3550" spc="-45" dirty="0">
                <a:solidFill>
                  <a:srgbClr val="030503"/>
                </a:solidFill>
              </a:rPr>
              <a:t>operation.</a:t>
            </a:r>
            <a:endParaRPr sz="355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600"/>
              </a:lnSpc>
            </a:pPr>
            <a:r>
              <a:rPr sz="1300" spc="-70" dirty="0">
                <a:solidFill>
                  <a:srgbClr val="3A3A38"/>
                </a:solidFill>
              </a:rPr>
              <a:t>I'S\</a:t>
            </a:r>
            <a:r>
              <a:rPr sz="1300" spc="-20" dirty="0">
                <a:solidFill>
                  <a:srgbClr val="3A3A38"/>
                </a:solidFill>
              </a:rPr>
              <a:t> </a:t>
            </a:r>
            <a:r>
              <a:rPr spc="-10" dirty="0"/>
              <a:t>NotebookLM</a:t>
            </a:r>
            <a:endParaRPr sz="1300"/>
          </a:p>
        </p:txBody>
      </p:sp>
      <p:sp>
        <p:nvSpPr>
          <p:cNvPr id="4" name="object 4"/>
          <p:cNvSpPr txBox="1"/>
          <p:nvPr/>
        </p:nvSpPr>
        <p:spPr>
          <a:xfrm>
            <a:off x="11258294" y="2853564"/>
            <a:ext cx="5535930" cy="59366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spc="-125" dirty="0">
                <a:solidFill>
                  <a:srgbClr val="232321"/>
                </a:solidFill>
                <a:latin typeface="Arial"/>
                <a:cs typeface="Arial"/>
              </a:rPr>
              <a:t>Imagine</a:t>
            </a:r>
            <a:r>
              <a:rPr sz="2250" spc="-17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Alagents</a:t>
            </a:r>
            <a:r>
              <a:rPr sz="2250" spc="-19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80" dirty="0">
                <a:solidFill>
                  <a:srgbClr val="232321"/>
                </a:solidFill>
                <a:latin typeface="Arial"/>
                <a:cs typeface="Arial"/>
              </a:rPr>
              <a:t>acting</a:t>
            </a:r>
            <a:r>
              <a:rPr sz="2250" spc="-27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as</a:t>
            </a:r>
            <a:r>
              <a:rPr sz="2250" spc="-38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75" dirty="0">
                <a:solidFill>
                  <a:srgbClr val="232321"/>
                </a:solidFill>
                <a:latin typeface="Arial"/>
                <a:cs typeface="Arial"/>
              </a:rPr>
              <a:t>your</a:t>
            </a:r>
            <a:r>
              <a:rPr sz="2250" spc="-30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32321"/>
                </a:solidFill>
                <a:latin typeface="Arial"/>
                <a:cs typeface="Arial"/>
              </a:rPr>
              <a:t>team</a:t>
            </a:r>
            <a:r>
              <a:rPr sz="2250" spc="-10" dirty="0">
                <a:solidFill>
                  <a:srgbClr val="3F3F3D"/>
                </a:solidFill>
                <a:latin typeface="Arial"/>
                <a:cs typeface="Arial"/>
              </a:rPr>
              <a:t>:</a:t>
            </a:r>
            <a:endParaRPr sz="2250">
              <a:latin typeface="Arial"/>
              <a:cs typeface="Arial"/>
            </a:endParaRPr>
          </a:p>
          <a:p>
            <a:pPr marL="462915" marR="302260" indent="-286385">
              <a:lnSpc>
                <a:spcPts val="2410"/>
              </a:lnSpc>
              <a:spcBef>
                <a:spcPts val="2345"/>
              </a:spcBef>
              <a:buChar char="•"/>
              <a:tabLst>
                <a:tab pos="462915" algn="l"/>
                <a:tab pos="472440" algn="l"/>
              </a:tabLst>
            </a:pPr>
            <a:r>
              <a:rPr sz="2250" dirty="0">
                <a:solidFill>
                  <a:srgbClr val="BC9762"/>
                </a:solidFill>
                <a:latin typeface="Arial"/>
                <a:cs typeface="Arial"/>
              </a:rPr>
              <a:t>	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An</a:t>
            </a:r>
            <a:r>
              <a:rPr sz="2250" spc="-38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0" dirty="0">
                <a:solidFill>
                  <a:srgbClr val="232321"/>
                </a:solidFill>
                <a:latin typeface="Arial"/>
                <a:cs typeface="Arial"/>
              </a:rPr>
              <a:t>agent</a:t>
            </a:r>
            <a:r>
              <a:rPr sz="2250" spc="-26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0" dirty="0">
                <a:solidFill>
                  <a:srgbClr val="232321"/>
                </a:solidFill>
                <a:latin typeface="Arial"/>
                <a:cs typeface="Arial"/>
              </a:rPr>
              <a:t>debates</a:t>
            </a:r>
            <a:r>
              <a:rPr sz="2250" spc="-27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75" dirty="0">
                <a:solidFill>
                  <a:srgbClr val="232321"/>
                </a:solidFill>
                <a:latin typeface="Arial"/>
                <a:cs typeface="Arial"/>
              </a:rPr>
              <a:t>content</a:t>
            </a:r>
            <a:r>
              <a:rPr sz="2250" spc="-10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30" dirty="0">
                <a:solidFill>
                  <a:srgbClr val="232321"/>
                </a:solidFill>
                <a:latin typeface="Arial"/>
                <a:cs typeface="Arial"/>
              </a:rPr>
              <a:t>changes</a:t>
            </a:r>
            <a:r>
              <a:rPr sz="2250" spc="-19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based </a:t>
            </a:r>
            <a:r>
              <a:rPr sz="2250" dirty="0">
                <a:solidFill>
                  <a:srgbClr val="232321"/>
                </a:solidFill>
                <a:latin typeface="Arial"/>
                <a:cs typeface="Arial"/>
              </a:rPr>
              <a:t>onstyle</a:t>
            </a:r>
            <a:r>
              <a:rPr sz="2250" spc="-35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32321"/>
                </a:solidFill>
                <a:latin typeface="Arial"/>
                <a:cs typeface="Arial"/>
              </a:rPr>
              <a:t>rules</a:t>
            </a:r>
            <a:r>
              <a:rPr sz="2250" spc="-10" dirty="0">
                <a:solidFill>
                  <a:srgbClr val="3F3F3D"/>
                </a:solidFill>
                <a:latin typeface="Arial"/>
                <a:cs typeface="Arial"/>
              </a:rPr>
              <a:t>.</a:t>
            </a:r>
            <a:endParaRPr sz="2250">
              <a:latin typeface="Arial"/>
              <a:cs typeface="Arial"/>
            </a:endParaRPr>
          </a:p>
          <a:p>
            <a:pPr marL="466090" marR="383540" indent="-302260">
              <a:lnSpc>
                <a:spcPts val="2510"/>
              </a:lnSpc>
              <a:spcBef>
                <a:spcPts val="930"/>
              </a:spcBef>
              <a:buChar char="•"/>
              <a:tabLst>
                <a:tab pos="466090" algn="l"/>
                <a:tab pos="472440" algn="l"/>
              </a:tabLst>
            </a:pPr>
            <a:r>
              <a:rPr sz="2250" dirty="0">
                <a:solidFill>
                  <a:srgbClr val="BC9762"/>
                </a:solidFill>
                <a:latin typeface="Arial"/>
                <a:cs typeface="Arial"/>
              </a:rPr>
              <a:t>	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An</a:t>
            </a:r>
            <a:r>
              <a:rPr sz="2250" spc="-38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0" dirty="0">
                <a:solidFill>
                  <a:srgbClr val="232321"/>
                </a:solidFill>
                <a:latin typeface="Arial"/>
                <a:cs typeface="Arial"/>
              </a:rPr>
              <a:t>agent</a:t>
            </a:r>
            <a:r>
              <a:rPr sz="2250" spc="-25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0" dirty="0">
                <a:solidFill>
                  <a:srgbClr val="232321"/>
                </a:solidFill>
                <a:latin typeface="Arial"/>
                <a:cs typeface="Arial"/>
              </a:rPr>
              <a:t>generates</a:t>
            </a:r>
            <a:r>
              <a:rPr sz="2250" spc="-20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32321"/>
                </a:solidFill>
                <a:latin typeface="Arial"/>
                <a:cs typeface="Arial"/>
              </a:rPr>
              <a:t>aprior</a:t>
            </a:r>
            <a:r>
              <a:rPr sz="2250" spc="-35" dirty="0">
                <a:solidFill>
                  <a:srgbClr val="3F3F3D"/>
                </a:solidFill>
                <a:latin typeface="Arial"/>
                <a:cs typeface="Arial"/>
              </a:rPr>
              <a:t>i</a:t>
            </a:r>
            <a:r>
              <a:rPr sz="2250" spc="-35" dirty="0">
                <a:solidFill>
                  <a:srgbClr val="232321"/>
                </a:solidFill>
                <a:latin typeface="Arial"/>
                <a:cs typeface="Arial"/>
              </a:rPr>
              <a:t>t</a:t>
            </a:r>
            <a:r>
              <a:rPr sz="2250" spc="-35" dirty="0">
                <a:solidFill>
                  <a:srgbClr val="3F3F3D"/>
                </a:solidFill>
                <a:latin typeface="Arial"/>
                <a:cs typeface="Arial"/>
              </a:rPr>
              <a:t>i</a:t>
            </a:r>
            <a:r>
              <a:rPr sz="2250" spc="-35" dirty="0">
                <a:solidFill>
                  <a:srgbClr val="232321"/>
                </a:solidFill>
                <a:latin typeface="Arial"/>
                <a:cs typeface="Arial"/>
              </a:rPr>
              <a:t>zed</a:t>
            </a:r>
            <a:r>
              <a:rPr sz="2250" spc="-37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report</a:t>
            </a:r>
            <a:r>
              <a:rPr sz="2250" spc="-25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32321"/>
                </a:solidFill>
                <a:latin typeface="Arial"/>
                <a:cs typeface="Arial"/>
              </a:rPr>
              <a:t>of </a:t>
            </a:r>
            <a:r>
              <a:rPr sz="2250" spc="-85" dirty="0">
                <a:solidFill>
                  <a:srgbClr val="232321"/>
                </a:solidFill>
                <a:latin typeface="Arial"/>
                <a:cs typeface="Arial"/>
              </a:rPr>
              <a:t>recommendationsover</a:t>
            </a:r>
            <a:r>
              <a:rPr sz="2250" spc="-12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the</a:t>
            </a:r>
            <a:r>
              <a:rPr sz="2250" spc="-28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32321"/>
                </a:solidFill>
                <a:latin typeface="Arial"/>
                <a:cs typeface="Arial"/>
              </a:rPr>
              <a:t>weekend.</a:t>
            </a:r>
            <a:endParaRPr sz="2250">
              <a:latin typeface="Arial"/>
              <a:cs typeface="Arial"/>
            </a:endParaRPr>
          </a:p>
          <a:p>
            <a:pPr marL="466090" marR="5080" indent="-302260">
              <a:lnSpc>
                <a:spcPct val="94900"/>
              </a:lnSpc>
              <a:spcBef>
                <a:spcPts val="710"/>
              </a:spcBef>
              <a:buChar char="•"/>
              <a:tabLst>
                <a:tab pos="466090" algn="l"/>
                <a:tab pos="472440" algn="l"/>
              </a:tabLst>
            </a:pPr>
            <a:r>
              <a:rPr sz="2250" dirty="0">
                <a:solidFill>
                  <a:srgbClr val="BC9762"/>
                </a:solidFill>
                <a:latin typeface="Arial"/>
                <a:cs typeface="Arial"/>
              </a:rPr>
              <a:t>	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An</a:t>
            </a:r>
            <a:r>
              <a:rPr sz="2250" spc="-39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0" dirty="0">
                <a:solidFill>
                  <a:srgbClr val="232321"/>
                </a:solidFill>
                <a:latin typeface="Arial"/>
                <a:cs typeface="Arial"/>
              </a:rPr>
              <a:t>agent</a:t>
            </a:r>
            <a:r>
              <a:rPr sz="2250" spc="-24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70" dirty="0">
                <a:solidFill>
                  <a:srgbClr val="232321"/>
                </a:solidFill>
                <a:latin typeface="Arial"/>
                <a:cs typeface="Arial"/>
              </a:rPr>
              <a:t>mon</a:t>
            </a:r>
            <a:r>
              <a:rPr sz="2250" spc="-70" dirty="0">
                <a:solidFill>
                  <a:srgbClr val="3F3F3D"/>
                </a:solidFill>
                <a:latin typeface="Arial"/>
                <a:cs typeface="Arial"/>
              </a:rPr>
              <a:t>i</a:t>
            </a:r>
            <a:r>
              <a:rPr sz="2250" spc="-70" dirty="0">
                <a:solidFill>
                  <a:srgbClr val="232321"/>
                </a:solidFill>
                <a:latin typeface="Arial"/>
                <a:cs typeface="Arial"/>
              </a:rPr>
              <a:t>tors</a:t>
            </a:r>
            <a:r>
              <a:rPr sz="2250" spc="-34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the</a:t>
            </a:r>
            <a:r>
              <a:rPr sz="2250" spc="-38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75" dirty="0">
                <a:solidFill>
                  <a:srgbClr val="232321"/>
                </a:solidFill>
                <a:latin typeface="Arial"/>
                <a:cs typeface="Arial"/>
              </a:rPr>
              <a:t>livedocumentation</a:t>
            </a:r>
            <a:r>
              <a:rPr sz="2250" spc="-2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25" dirty="0">
                <a:solidFill>
                  <a:srgbClr val="232321"/>
                </a:solidFill>
                <a:latin typeface="Arial"/>
                <a:cs typeface="Arial"/>
              </a:rPr>
              <a:t>to </a:t>
            </a:r>
            <a:r>
              <a:rPr sz="2250" spc="-105" dirty="0">
                <a:solidFill>
                  <a:srgbClr val="232321"/>
                </a:solidFill>
                <a:latin typeface="Arial"/>
                <a:cs typeface="Arial"/>
              </a:rPr>
              <a:t>ensure</a:t>
            </a:r>
            <a:r>
              <a:rPr sz="2250" spc="-37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the</a:t>
            </a:r>
            <a:r>
              <a:rPr sz="2250" spc="-29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14" dirty="0">
                <a:solidFill>
                  <a:srgbClr val="232321"/>
                </a:solidFill>
                <a:latin typeface="Arial"/>
                <a:cs typeface="Arial"/>
              </a:rPr>
              <a:t>approved</a:t>
            </a:r>
            <a:r>
              <a:rPr sz="2250" spc="-22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5" dirty="0">
                <a:solidFill>
                  <a:srgbClr val="232321"/>
                </a:solidFill>
                <a:latin typeface="Arial"/>
                <a:cs typeface="Arial"/>
              </a:rPr>
              <a:t>changes</a:t>
            </a:r>
            <a:r>
              <a:rPr sz="2250" spc="-22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232321"/>
                </a:solidFill>
                <a:latin typeface="Arial"/>
                <a:cs typeface="Arial"/>
              </a:rPr>
              <a:t>were</a:t>
            </a:r>
            <a:r>
              <a:rPr sz="2250" spc="-35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32321"/>
                </a:solidFill>
                <a:latin typeface="Arial"/>
                <a:cs typeface="Arial"/>
              </a:rPr>
              <a:t>actually 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implemented.</a:t>
            </a:r>
            <a:endParaRPr sz="2250">
              <a:latin typeface="Arial"/>
              <a:cs typeface="Arial"/>
            </a:endParaRPr>
          </a:p>
          <a:p>
            <a:pPr marL="79375" marR="173990" indent="3175">
              <a:lnSpc>
                <a:spcPct val="94300"/>
              </a:lnSpc>
              <a:spcBef>
                <a:spcPts val="2075"/>
              </a:spcBef>
            </a:pPr>
            <a:r>
              <a:rPr sz="2250" spc="-105" dirty="0">
                <a:solidFill>
                  <a:srgbClr val="232321"/>
                </a:solidFill>
                <a:latin typeface="Arial"/>
                <a:cs typeface="Arial"/>
              </a:rPr>
              <a:t>Tools</a:t>
            </a:r>
            <a:r>
              <a:rPr sz="2250" spc="-2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60" dirty="0">
                <a:solidFill>
                  <a:srgbClr val="232321"/>
                </a:solidFill>
                <a:latin typeface="Arial"/>
                <a:cs typeface="Arial"/>
              </a:rPr>
              <a:t>like</a:t>
            </a:r>
            <a:r>
              <a:rPr sz="2250" spc="-3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150" b="1" spc="-70" dirty="0">
                <a:solidFill>
                  <a:srgbClr val="030503"/>
                </a:solidFill>
                <a:latin typeface="Arial"/>
                <a:cs typeface="Arial"/>
              </a:rPr>
              <a:t>Pr</a:t>
            </a:r>
            <a:r>
              <a:rPr sz="2150" b="1" spc="-70" dirty="0">
                <a:solidFill>
                  <a:srgbClr val="232321"/>
                </a:solidFill>
                <a:latin typeface="Arial"/>
                <a:cs typeface="Arial"/>
              </a:rPr>
              <a:t>o</a:t>
            </a:r>
            <a:r>
              <a:rPr sz="2150" b="1" spc="-70" dirty="0">
                <a:solidFill>
                  <a:srgbClr val="030503"/>
                </a:solidFill>
                <a:latin typeface="Arial"/>
                <a:cs typeface="Arial"/>
              </a:rPr>
              <a:t>mptitud</a:t>
            </a:r>
            <a:r>
              <a:rPr sz="2150" b="1" spc="-70" dirty="0">
                <a:solidFill>
                  <a:srgbClr val="232321"/>
                </a:solidFill>
                <a:latin typeface="Arial"/>
                <a:cs typeface="Arial"/>
              </a:rPr>
              <a:t>e</a:t>
            </a:r>
            <a:r>
              <a:rPr sz="2150" b="1" spc="-30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40" dirty="0">
                <a:solidFill>
                  <a:srgbClr val="232321"/>
                </a:solidFill>
                <a:latin typeface="Arial"/>
                <a:cs typeface="Arial"/>
              </a:rPr>
              <a:t>and</a:t>
            </a:r>
            <a:r>
              <a:rPr sz="2150" b="1" spc="-40" dirty="0">
                <a:solidFill>
                  <a:srgbClr val="030503"/>
                </a:solidFill>
                <a:latin typeface="Arial"/>
                <a:cs typeface="Arial"/>
              </a:rPr>
              <a:t>Imm</a:t>
            </a:r>
            <a:r>
              <a:rPr sz="2150" b="1" spc="-40" dirty="0">
                <a:solidFill>
                  <a:srgbClr val="232321"/>
                </a:solidFill>
                <a:latin typeface="Arial"/>
                <a:cs typeface="Arial"/>
              </a:rPr>
              <a:t>e</a:t>
            </a:r>
            <a:r>
              <a:rPr sz="2150" b="1" spc="-40" dirty="0">
                <a:solidFill>
                  <a:srgbClr val="030503"/>
                </a:solidFill>
                <a:latin typeface="Arial"/>
                <a:cs typeface="Arial"/>
              </a:rPr>
              <a:t>r</a:t>
            </a:r>
            <a:r>
              <a:rPr sz="2150" b="1" spc="-40" dirty="0">
                <a:solidFill>
                  <a:srgbClr val="232321"/>
                </a:solidFill>
                <a:latin typeface="Arial"/>
                <a:cs typeface="Arial"/>
              </a:rPr>
              <a:t>se</a:t>
            </a:r>
            <a:r>
              <a:rPr sz="2150" b="1" spc="-30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5" dirty="0">
                <a:solidFill>
                  <a:srgbClr val="232321"/>
                </a:solidFill>
                <a:latin typeface="Arial"/>
                <a:cs typeface="Arial"/>
              </a:rPr>
              <a:t>are</a:t>
            </a:r>
            <a:r>
              <a:rPr sz="2250" spc="-37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32321"/>
                </a:solidFill>
                <a:latin typeface="Arial"/>
                <a:cs typeface="Arial"/>
              </a:rPr>
              <a:t>not </a:t>
            </a:r>
            <a:r>
              <a:rPr sz="2250" spc="-45" dirty="0">
                <a:solidFill>
                  <a:srgbClr val="232321"/>
                </a:solidFill>
                <a:latin typeface="Arial"/>
                <a:cs typeface="Arial"/>
              </a:rPr>
              <a:t>just</a:t>
            </a:r>
            <a:r>
              <a:rPr sz="2250" spc="-28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32321"/>
                </a:solidFill>
                <a:latin typeface="Arial"/>
                <a:cs typeface="Arial"/>
              </a:rPr>
              <a:t>for</a:t>
            </a:r>
            <a:r>
              <a:rPr sz="2250" spc="-18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80" dirty="0">
                <a:solidFill>
                  <a:srgbClr val="232321"/>
                </a:solidFill>
                <a:latin typeface="Arial"/>
                <a:cs typeface="Arial"/>
              </a:rPr>
              <a:t>generat</a:t>
            </a:r>
            <a:r>
              <a:rPr sz="2250" spc="-80" dirty="0">
                <a:solidFill>
                  <a:srgbClr val="3F3F3D"/>
                </a:solidFill>
                <a:latin typeface="Arial"/>
                <a:cs typeface="Arial"/>
              </a:rPr>
              <a:t>i</a:t>
            </a:r>
            <a:r>
              <a:rPr sz="2250" spc="-80" dirty="0">
                <a:solidFill>
                  <a:srgbClr val="232321"/>
                </a:solidFill>
                <a:latin typeface="Arial"/>
                <a:cs typeface="Arial"/>
              </a:rPr>
              <a:t>ng</a:t>
            </a:r>
            <a:r>
              <a:rPr sz="2250" spc="-25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20" dirty="0">
                <a:solidFill>
                  <a:srgbClr val="232321"/>
                </a:solidFill>
                <a:latin typeface="Arial"/>
                <a:cs typeface="Arial"/>
              </a:rPr>
              <a:t>text</a:t>
            </a:r>
            <a:r>
              <a:rPr sz="2250" spc="-20" dirty="0">
                <a:solidFill>
                  <a:srgbClr val="3F3F3D"/>
                </a:solidFill>
                <a:latin typeface="Arial"/>
                <a:cs typeface="Arial"/>
              </a:rPr>
              <a:t>;</a:t>
            </a:r>
            <a:r>
              <a:rPr sz="2250" spc="-20" dirty="0">
                <a:solidFill>
                  <a:srgbClr val="232321"/>
                </a:solidFill>
                <a:latin typeface="Arial"/>
                <a:cs typeface="Arial"/>
              </a:rPr>
              <a:t>they</a:t>
            </a:r>
            <a:r>
              <a:rPr sz="2250" spc="-32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5" dirty="0">
                <a:solidFill>
                  <a:srgbClr val="232321"/>
                </a:solidFill>
                <a:latin typeface="Arial"/>
                <a:cs typeface="Arial"/>
              </a:rPr>
              <a:t>are</a:t>
            </a:r>
            <a:r>
              <a:rPr sz="2250" spc="-30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32321"/>
                </a:solidFill>
                <a:latin typeface="Arial"/>
                <a:cs typeface="Arial"/>
              </a:rPr>
              <a:t>orchestrat</a:t>
            </a:r>
            <a:r>
              <a:rPr sz="2250" spc="-35" dirty="0">
                <a:solidFill>
                  <a:srgbClr val="3F3F3D"/>
                </a:solidFill>
                <a:latin typeface="Arial"/>
                <a:cs typeface="Arial"/>
              </a:rPr>
              <a:t>i</a:t>
            </a:r>
            <a:r>
              <a:rPr sz="2250" spc="-35" dirty="0">
                <a:solidFill>
                  <a:srgbClr val="232321"/>
                </a:solidFill>
                <a:latin typeface="Arial"/>
                <a:cs typeface="Arial"/>
              </a:rPr>
              <a:t>on </a:t>
            </a:r>
            <a:r>
              <a:rPr sz="2250" spc="-80" dirty="0">
                <a:solidFill>
                  <a:srgbClr val="232321"/>
                </a:solidFill>
                <a:latin typeface="Arial"/>
                <a:cs typeface="Arial"/>
              </a:rPr>
              <a:t>layers</a:t>
            </a:r>
            <a:r>
              <a:rPr sz="2250" spc="-30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that</a:t>
            </a:r>
            <a:r>
              <a:rPr sz="2250" spc="-19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232321"/>
                </a:solidFill>
                <a:latin typeface="Arial"/>
                <a:cs typeface="Arial"/>
              </a:rPr>
              <a:t>allow</a:t>
            </a:r>
            <a:r>
              <a:rPr sz="2250" spc="-20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232321"/>
                </a:solidFill>
                <a:latin typeface="Arial"/>
                <a:cs typeface="Arial"/>
              </a:rPr>
              <a:t>you</a:t>
            </a:r>
            <a:r>
              <a:rPr sz="2250" spc="-30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232321"/>
                </a:solidFill>
                <a:latin typeface="Arial"/>
                <a:cs typeface="Arial"/>
              </a:rPr>
              <a:t>to</a:t>
            </a:r>
            <a:r>
              <a:rPr sz="2250" spc="-40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80" dirty="0">
                <a:solidFill>
                  <a:srgbClr val="232321"/>
                </a:solidFill>
                <a:latin typeface="Arial"/>
                <a:cs typeface="Arial"/>
              </a:rPr>
              <a:t>bu</a:t>
            </a:r>
            <a:r>
              <a:rPr sz="2250" spc="-80" dirty="0">
                <a:solidFill>
                  <a:srgbClr val="3F3F3D"/>
                </a:solidFill>
                <a:latin typeface="Arial"/>
                <a:cs typeface="Arial"/>
              </a:rPr>
              <a:t>i</a:t>
            </a:r>
            <a:r>
              <a:rPr sz="2250" spc="-80" dirty="0">
                <a:solidFill>
                  <a:srgbClr val="232321"/>
                </a:solidFill>
                <a:latin typeface="Arial"/>
                <a:cs typeface="Arial"/>
              </a:rPr>
              <a:t>ld</a:t>
            </a:r>
            <a:r>
              <a:rPr sz="2250" spc="-80" dirty="0">
                <a:solidFill>
                  <a:srgbClr val="3F3F3D"/>
                </a:solidFill>
                <a:latin typeface="Arial"/>
                <a:cs typeface="Arial"/>
              </a:rPr>
              <a:t>,</a:t>
            </a:r>
            <a:r>
              <a:rPr sz="2250" spc="-80" dirty="0">
                <a:solidFill>
                  <a:srgbClr val="232321"/>
                </a:solidFill>
                <a:latin typeface="Arial"/>
                <a:cs typeface="Arial"/>
              </a:rPr>
              <a:t>manage,</a:t>
            </a:r>
            <a:r>
              <a:rPr sz="2250" spc="-27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32321"/>
                </a:solidFill>
                <a:latin typeface="Arial"/>
                <a:cs typeface="Arial"/>
              </a:rPr>
              <a:t>and </a:t>
            </a:r>
            <a:r>
              <a:rPr sz="2250" spc="-80" dirty="0">
                <a:solidFill>
                  <a:srgbClr val="232321"/>
                </a:solidFill>
                <a:latin typeface="Arial"/>
                <a:cs typeface="Arial"/>
              </a:rPr>
              <a:t>automate</a:t>
            </a:r>
            <a:r>
              <a:rPr sz="2250" spc="-26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32321"/>
                </a:solidFill>
                <a:latin typeface="Arial"/>
                <a:cs typeface="Arial"/>
              </a:rPr>
              <a:t>these</a:t>
            </a:r>
            <a:r>
              <a:rPr sz="2250" spc="-2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80" dirty="0">
                <a:solidFill>
                  <a:srgbClr val="232321"/>
                </a:solidFill>
                <a:latin typeface="Arial"/>
                <a:cs typeface="Arial"/>
              </a:rPr>
              <a:t>complex</a:t>
            </a:r>
            <a:r>
              <a:rPr sz="2250" spc="-254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5" dirty="0">
                <a:solidFill>
                  <a:srgbClr val="232321"/>
                </a:solidFill>
                <a:latin typeface="Arial"/>
                <a:cs typeface="Arial"/>
              </a:rPr>
              <a:t>content</a:t>
            </a:r>
            <a:r>
              <a:rPr sz="2250" spc="-15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32321"/>
                </a:solidFill>
                <a:latin typeface="Arial"/>
                <a:cs typeface="Arial"/>
              </a:rPr>
              <a:t>workflows.</a:t>
            </a:r>
            <a:endParaRPr sz="2250">
              <a:latin typeface="Arial"/>
              <a:cs typeface="Arial"/>
            </a:endParaRPr>
          </a:p>
          <a:p>
            <a:pPr marL="83820" marR="169545" indent="5080">
              <a:lnSpc>
                <a:spcPts val="2610"/>
              </a:lnSpc>
              <a:spcBef>
                <a:spcPts val="2290"/>
              </a:spcBef>
            </a:pPr>
            <a:r>
              <a:rPr sz="2250" spc="-150" dirty="0">
                <a:solidFill>
                  <a:srgbClr val="232321"/>
                </a:solidFill>
                <a:latin typeface="Arial"/>
                <a:cs typeface="Arial"/>
              </a:rPr>
              <a:t>Your</a:t>
            </a:r>
            <a:r>
              <a:rPr sz="2250" spc="-20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75" dirty="0">
                <a:solidFill>
                  <a:srgbClr val="232321"/>
                </a:solidFill>
                <a:latin typeface="Arial"/>
                <a:cs typeface="Arial"/>
              </a:rPr>
              <a:t>expertise</a:t>
            </a:r>
            <a:r>
              <a:rPr sz="2250" spc="-4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32321"/>
                </a:solidFill>
                <a:latin typeface="Arial"/>
                <a:cs typeface="Arial"/>
              </a:rPr>
              <a:t>lies</a:t>
            </a:r>
            <a:r>
              <a:rPr sz="2250" spc="-31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indesigning</a:t>
            </a:r>
            <a:r>
              <a:rPr sz="2250" spc="-50" dirty="0">
                <a:solidFill>
                  <a:srgbClr val="3F3F3D"/>
                </a:solidFill>
                <a:latin typeface="Arial"/>
                <a:cs typeface="Arial"/>
              </a:rPr>
              <a:t>,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building,</a:t>
            </a:r>
            <a:r>
              <a:rPr sz="2250" spc="-2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32321"/>
                </a:solidFill>
                <a:latin typeface="Arial"/>
                <a:cs typeface="Arial"/>
              </a:rPr>
              <a:t>and </a:t>
            </a:r>
            <a:r>
              <a:rPr sz="2250" spc="-110" dirty="0">
                <a:solidFill>
                  <a:srgbClr val="232321"/>
                </a:solidFill>
                <a:latin typeface="Arial"/>
                <a:cs typeface="Arial"/>
              </a:rPr>
              <a:t>managing</a:t>
            </a:r>
            <a:r>
              <a:rPr sz="2250" spc="-17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32321"/>
                </a:solidFill>
                <a:latin typeface="Arial"/>
                <a:cs typeface="Arial"/>
              </a:rPr>
              <a:t>this</a:t>
            </a:r>
            <a:r>
              <a:rPr sz="2250" spc="-38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32321"/>
                </a:solidFill>
                <a:latin typeface="Arial"/>
                <a:cs typeface="Arial"/>
              </a:rPr>
              <a:t>intelligent</a:t>
            </a:r>
            <a:r>
              <a:rPr sz="2250" spc="-2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90" dirty="0">
                <a:solidFill>
                  <a:srgbClr val="232321"/>
                </a:solidFill>
                <a:latin typeface="Arial"/>
                <a:cs typeface="Arial"/>
              </a:rPr>
              <a:t>system</a:t>
            </a:r>
            <a:r>
              <a:rPr sz="2250" spc="-90" dirty="0">
                <a:solidFill>
                  <a:srgbClr val="3F3F3D"/>
                </a:solidFill>
                <a:latin typeface="Arial"/>
                <a:cs typeface="Arial"/>
              </a:rPr>
              <a:t>.</a:t>
            </a:r>
            <a:r>
              <a:rPr sz="2250" spc="-90" dirty="0">
                <a:solidFill>
                  <a:srgbClr val="232321"/>
                </a:solidFill>
                <a:latin typeface="Arial"/>
                <a:cs typeface="Arial"/>
              </a:rPr>
              <a:t>You</a:t>
            </a:r>
            <a:r>
              <a:rPr sz="2250" spc="-33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40" dirty="0">
                <a:solidFill>
                  <a:srgbClr val="232321"/>
                </a:solidFill>
                <a:latin typeface="Arial"/>
                <a:cs typeface="Arial"/>
              </a:rPr>
              <a:t>become </a:t>
            </a:r>
            <a:r>
              <a:rPr sz="2250" spc="-10" dirty="0">
                <a:solidFill>
                  <a:srgbClr val="232321"/>
                </a:solidFill>
                <a:latin typeface="Arial"/>
                <a:cs typeface="Arial"/>
              </a:rPr>
              <a:t>indispensable</a:t>
            </a:r>
            <a:r>
              <a:rPr sz="2250" spc="-10" dirty="0">
                <a:solidFill>
                  <a:srgbClr val="030503"/>
                </a:solidFill>
                <a:latin typeface="Arial"/>
                <a:cs typeface="Arial"/>
              </a:rPr>
              <a:t>.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5063" y="3906705"/>
            <a:ext cx="433055" cy="43404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21075" y="2119444"/>
            <a:ext cx="12329337" cy="574476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80742" y="3932236"/>
            <a:ext cx="0" cy="1838325"/>
          </a:xfrm>
          <a:custGeom>
            <a:avLst/>
            <a:gdLst/>
            <a:ahLst/>
            <a:cxnLst/>
            <a:rect l="l" t="t" r="r" b="b"/>
            <a:pathLst>
              <a:path h="1838325">
                <a:moveTo>
                  <a:pt x="0" y="1838324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41697" y="4315220"/>
            <a:ext cx="0" cy="1455420"/>
          </a:xfrm>
          <a:custGeom>
            <a:avLst/>
            <a:gdLst/>
            <a:ahLst/>
            <a:cxnLst/>
            <a:rect l="l" t="t" r="r" b="b"/>
            <a:pathLst>
              <a:path h="1455420">
                <a:moveTo>
                  <a:pt x="0" y="1455340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7058" y="3996067"/>
            <a:ext cx="968375" cy="0"/>
          </a:xfrm>
          <a:custGeom>
            <a:avLst/>
            <a:gdLst/>
            <a:ahLst/>
            <a:cxnLst/>
            <a:rect l="l" t="t" r="r" b="b"/>
            <a:pathLst>
              <a:path w="968375">
                <a:moveTo>
                  <a:pt x="0" y="0"/>
                </a:moveTo>
                <a:lnTo>
                  <a:pt x="968005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6322" y="4327986"/>
            <a:ext cx="407670" cy="0"/>
          </a:xfrm>
          <a:custGeom>
            <a:avLst/>
            <a:gdLst/>
            <a:ahLst/>
            <a:cxnLst/>
            <a:rect l="l" t="t" r="r" b="b"/>
            <a:pathLst>
              <a:path w="407669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46322" y="4519478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6322" y="4634374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21910" y="4659906"/>
            <a:ext cx="1299210" cy="0"/>
          </a:xfrm>
          <a:custGeom>
            <a:avLst/>
            <a:gdLst/>
            <a:ahLst/>
            <a:cxnLst/>
            <a:rect l="l" t="t" r="r" b="b"/>
            <a:pathLst>
              <a:path w="1299210">
                <a:moveTo>
                  <a:pt x="0" y="0"/>
                </a:moveTo>
                <a:lnTo>
                  <a:pt x="129916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46322" y="4749269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18119" y="4813100"/>
            <a:ext cx="1503045" cy="0"/>
          </a:xfrm>
          <a:custGeom>
            <a:avLst/>
            <a:gdLst/>
            <a:ahLst/>
            <a:cxnLst/>
            <a:rect l="l" t="t" r="r" b="b"/>
            <a:pathLst>
              <a:path w="1503045">
                <a:moveTo>
                  <a:pt x="0" y="0"/>
                </a:moveTo>
                <a:lnTo>
                  <a:pt x="1502956" y="0"/>
                </a:lnTo>
              </a:path>
            </a:pathLst>
          </a:custGeom>
          <a:ln w="382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46322" y="4876930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21910" y="4966293"/>
            <a:ext cx="1299210" cy="0"/>
          </a:xfrm>
          <a:custGeom>
            <a:avLst/>
            <a:gdLst/>
            <a:ahLst/>
            <a:cxnLst/>
            <a:rect l="l" t="t" r="r" b="b"/>
            <a:pathLst>
              <a:path w="1299210">
                <a:moveTo>
                  <a:pt x="0" y="0"/>
                </a:moveTo>
                <a:lnTo>
                  <a:pt x="129916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46322" y="4991826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46322" y="5119487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46322" y="5234382"/>
            <a:ext cx="917575" cy="0"/>
          </a:xfrm>
          <a:custGeom>
            <a:avLst/>
            <a:gdLst/>
            <a:ahLst/>
            <a:cxnLst/>
            <a:rect l="l" t="t" r="r" b="b"/>
            <a:pathLst>
              <a:path w="917575">
                <a:moveTo>
                  <a:pt x="0" y="0"/>
                </a:moveTo>
                <a:lnTo>
                  <a:pt x="91705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146322" y="5362044"/>
            <a:ext cx="560705" cy="0"/>
          </a:xfrm>
          <a:custGeom>
            <a:avLst/>
            <a:gdLst/>
            <a:ahLst/>
            <a:cxnLst/>
            <a:rect l="l" t="t" r="r" b="b"/>
            <a:pathLst>
              <a:path w="560705">
                <a:moveTo>
                  <a:pt x="0" y="0"/>
                </a:moveTo>
                <a:lnTo>
                  <a:pt x="560424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7058" y="5668431"/>
            <a:ext cx="1452245" cy="0"/>
          </a:xfrm>
          <a:custGeom>
            <a:avLst/>
            <a:gdLst/>
            <a:ahLst/>
            <a:cxnLst/>
            <a:rect l="l" t="t" r="r" b="b"/>
            <a:pathLst>
              <a:path w="1452245">
                <a:moveTo>
                  <a:pt x="0" y="0"/>
                </a:moveTo>
                <a:lnTo>
                  <a:pt x="1452008" y="0"/>
                </a:lnTo>
              </a:path>
            </a:pathLst>
          </a:custGeom>
          <a:ln w="1021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731006" y="6625892"/>
            <a:ext cx="1095375" cy="0"/>
          </a:xfrm>
          <a:custGeom>
            <a:avLst/>
            <a:gdLst/>
            <a:ahLst/>
            <a:cxnLst/>
            <a:rect l="l" t="t" r="r" b="b"/>
            <a:pathLst>
              <a:path w="1095375">
                <a:moveTo>
                  <a:pt x="0" y="0"/>
                </a:moveTo>
                <a:lnTo>
                  <a:pt x="109537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897658" y="702468"/>
            <a:ext cx="8613140" cy="1894839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ts val="7240"/>
              </a:lnSpc>
              <a:spcBef>
                <a:spcPts val="434"/>
              </a:spcBef>
            </a:pPr>
            <a:r>
              <a:rPr sz="6200" spc="-120" dirty="0">
                <a:solidFill>
                  <a:srgbClr val="232321"/>
                </a:solidFill>
              </a:rPr>
              <a:t>From</a:t>
            </a:r>
            <a:r>
              <a:rPr sz="6200" spc="-670" dirty="0">
                <a:solidFill>
                  <a:srgbClr val="232321"/>
                </a:solidFill>
              </a:rPr>
              <a:t> </a:t>
            </a:r>
            <a:r>
              <a:rPr sz="6200" spc="-130" dirty="0">
                <a:solidFill>
                  <a:srgbClr val="232321"/>
                </a:solidFill>
              </a:rPr>
              <a:t>Crafting</a:t>
            </a:r>
            <a:r>
              <a:rPr sz="6200" spc="-325" dirty="0">
                <a:solidFill>
                  <a:srgbClr val="232321"/>
                </a:solidFill>
              </a:rPr>
              <a:t> </a:t>
            </a:r>
            <a:r>
              <a:rPr sz="6200" spc="-120" dirty="0">
                <a:solidFill>
                  <a:srgbClr val="232321"/>
                </a:solidFill>
              </a:rPr>
              <a:t>Pages</a:t>
            </a:r>
            <a:r>
              <a:rPr sz="6200" spc="-655" dirty="0">
                <a:solidFill>
                  <a:srgbClr val="232321"/>
                </a:solidFill>
              </a:rPr>
              <a:t> </a:t>
            </a:r>
            <a:r>
              <a:rPr sz="6200" spc="50" dirty="0">
                <a:solidFill>
                  <a:srgbClr val="232321"/>
                </a:solidFill>
              </a:rPr>
              <a:t>to </a:t>
            </a:r>
            <a:r>
              <a:rPr sz="6200" spc="-210" dirty="0">
                <a:solidFill>
                  <a:srgbClr val="232321"/>
                </a:solidFill>
              </a:rPr>
              <a:t>Engineering </a:t>
            </a:r>
            <a:r>
              <a:rPr sz="6200" spc="-140" dirty="0">
                <a:solidFill>
                  <a:srgbClr val="232321"/>
                </a:solidFill>
              </a:rPr>
              <a:t>Intelligence</a:t>
            </a:r>
            <a:endParaRPr sz="6200"/>
          </a:p>
        </p:txBody>
      </p:sp>
      <p:grpSp>
        <p:nvGrpSpPr>
          <p:cNvPr id="22" name="object 22"/>
          <p:cNvGrpSpPr/>
          <p:nvPr/>
        </p:nvGrpSpPr>
        <p:grpSpPr>
          <a:xfrm>
            <a:off x="16286215" y="4697772"/>
            <a:ext cx="26034" cy="232410"/>
            <a:chOff x="16286215" y="4697772"/>
            <a:chExt cx="26034" cy="232410"/>
          </a:xfrm>
        </p:grpSpPr>
        <p:sp>
          <p:nvSpPr>
            <p:cNvPr id="23" name="object 23"/>
            <p:cNvSpPr/>
            <p:nvPr/>
          </p:nvSpPr>
          <p:spPr>
            <a:xfrm>
              <a:off x="16286215" y="4697772"/>
              <a:ext cx="26034" cy="232410"/>
            </a:xfrm>
            <a:custGeom>
              <a:avLst/>
              <a:gdLst/>
              <a:ahLst/>
              <a:cxnLst/>
              <a:rect l="l" t="t" r="r" b="b"/>
              <a:pathLst>
                <a:path w="26034" h="232410">
                  <a:moveTo>
                    <a:pt x="25473" y="232006"/>
                  </a:moveTo>
                  <a:lnTo>
                    <a:pt x="0" y="232006"/>
                  </a:lnTo>
                  <a:lnTo>
                    <a:pt x="0" y="0"/>
                  </a:lnTo>
                  <a:lnTo>
                    <a:pt x="25473" y="0"/>
                  </a:lnTo>
                  <a:lnTo>
                    <a:pt x="25473" y="232006"/>
                  </a:lnTo>
                  <a:close/>
                </a:path>
              </a:pathLst>
            </a:custGeom>
            <a:solidFill>
              <a:srgbClr val="F2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286215" y="4876930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>
                  <a:moveTo>
                    <a:pt x="0" y="0"/>
                  </a:moveTo>
                  <a:lnTo>
                    <a:pt x="25473" y="0"/>
                  </a:lnTo>
                </a:path>
              </a:pathLst>
            </a:custGeom>
            <a:ln w="12766">
              <a:solidFill>
                <a:srgbClr val="BFB5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6594869" y="4677864"/>
            <a:ext cx="76835" cy="257810"/>
            <a:chOff x="16594869" y="4677864"/>
            <a:chExt cx="76835" cy="257810"/>
          </a:xfrm>
        </p:grpSpPr>
        <p:sp>
          <p:nvSpPr>
            <p:cNvPr id="26" name="object 26"/>
            <p:cNvSpPr/>
            <p:nvPr/>
          </p:nvSpPr>
          <p:spPr>
            <a:xfrm>
              <a:off x="16594869" y="4677864"/>
              <a:ext cx="76835" cy="257810"/>
            </a:xfrm>
            <a:custGeom>
              <a:avLst/>
              <a:gdLst/>
              <a:ahLst/>
              <a:cxnLst/>
              <a:rect l="l" t="t" r="r" b="b"/>
              <a:pathLst>
                <a:path w="76834" h="257810">
                  <a:moveTo>
                    <a:pt x="76421" y="257785"/>
                  </a:moveTo>
                  <a:lnTo>
                    <a:pt x="0" y="257785"/>
                  </a:lnTo>
                  <a:lnTo>
                    <a:pt x="0" y="0"/>
                  </a:lnTo>
                  <a:lnTo>
                    <a:pt x="76421" y="0"/>
                  </a:lnTo>
                  <a:lnTo>
                    <a:pt x="76421" y="257785"/>
                  </a:lnTo>
                  <a:close/>
                </a:path>
              </a:pathLst>
            </a:custGeom>
            <a:solidFill>
              <a:srgbClr val="F2F2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6594869" y="4876930"/>
              <a:ext cx="76835" cy="0"/>
            </a:xfrm>
            <a:custGeom>
              <a:avLst/>
              <a:gdLst/>
              <a:ahLst/>
              <a:cxnLst/>
              <a:rect l="l" t="t" r="r" b="b"/>
              <a:pathLst>
                <a:path w="76834">
                  <a:moveTo>
                    <a:pt x="0" y="0"/>
                  </a:moveTo>
                  <a:lnTo>
                    <a:pt x="76421" y="0"/>
                  </a:lnTo>
                </a:path>
              </a:pathLst>
            </a:custGeom>
            <a:ln w="12766">
              <a:solidFill>
                <a:srgbClr val="D6CC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6273526" y="4672739"/>
            <a:ext cx="38290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0675" algn="l"/>
              </a:tabLst>
            </a:pPr>
            <a:r>
              <a:rPr sz="1350" spc="-50" dirty="0">
                <a:solidFill>
                  <a:srgbClr val="BFB5A3"/>
                </a:solidFill>
                <a:latin typeface="Times New Roman"/>
                <a:cs typeface="Times New Roman"/>
              </a:rPr>
              <a:t>I</a:t>
            </a:r>
            <a:r>
              <a:rPr sz="1350" dirty="0">
                <a:solidFill>
                  <a:srgbClr val="BFB5A3"/>
                </a:solidFill>
                <a:latin typeface="Times New Roman"/>
                <a:cs typeface="Times New Roman"/>
              </a:rPr>
              <a:t>	</a:t>
            </a:r>
            <a:r>
              <a:rPr sz="1500" spc="-60" dirty="0">
                <a:solidFill>
                  <a:srgbClr val="D6CCBA"/>
                </a:solidFill>
                <a:latin typeface="Times New Roman"/>
                <a:cs typeface="Times New Roman"/>
              </a:rPr>
              <a:t>r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1600"/>
              </a:lnSpc>
            </a:pPr>
            <a:r>
              <a:rPr sz="1300" spc="-70" dirty="0">
                <a:solidFill>
                  <a:srgbClr val="3A3A38"/>
                </a:solidFill>
              </a:rPr>
              <a:t>I'S\</a:t>
            </a:r>
            <a:r>
              <a:rPr sz="1300" spc="-20" dirty="0">
                <a:solidFill>
                  <a:srgbClr val="3A3A38"/>
                </a:solidFill>
              </a:rPr>
              <a:t> </a:t>
            </a:r>
            <a:r>
              <a:rPr spc="-10" dirty="0"/>
              <a:t>NotebookLM</a:t>
            </a:r>
            <a:endParaRPr sz="1300"/>
          </a:p>
        </p:txBody>
      </p:sp>
      <p:sp>
        <p:nvSpPr>
          <p:cNvPr id="29" name="object 29"/>
          <p:cNvSpPr txBox="1"/>
          <p:nvPr/>
        </p:nvSpPr>
        <p:spPr>
          <a:xfrm>
            <a:off x="915916" y="6811070"/>
            <a:ext cx="10130790" cy="2247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 marR="2853690" indent="5080">
              <a:lnSpc>
                <a:spcPct val="100499"/>
              </a:lnSpc>
              <a:spcBef>
                <a:spcPts val="95"/>
              </a:spcBef>
            </a:pPr>
            <a:r>
              <a:rPr sz="2250" spc="-95" dirty="0">
                <a:solidFill>
                  <a:srgbClr val="232321"/>
                </a:solidFill>
                <a:latin typeface="Arial"/>
                <a:cs typeface="Arial"/>
              </a:rPr>
              <a:t>Our</a:t>
            </a:r>
            <a:r>
              <a:rPr sz="2250" spc="-15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discipline</a:t>
            </a:r>
            <a:r>
              <a:rPr sz="2250" spc="-14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32321"/>
                </a:solidFill>
                <a:latin typeface="Arial"/>
                <a:cs typeface="Arial"/>
              </a:rPr>
              <a:t>is</a:t>
            </a:r>
            <a:r>
              <a:rPr sz="2250" spc="-22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5" dirty="0">
                <a:solidFill>
                  <a:srgbClr val="232321"/>
                </a:solidFill>
                <a:latin typeface="Arial"/>
                <a:cs typeface="Arial"/>
              </a:rPr>
              <a:t>no</a:t>
            </a:r>
            <a:r>
              <a:rPr sz="2250" spc="-27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longer</a:t>
            </a:r>
            <a:r>
              <a:rPr sz="2250" spc="-13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5" dirty="0">
                <a:solidFill>
                  <a:srgbClr val="232321"/>
                </a:solidFill>
                <a:latin typeface="Arial"/>
                <a:cs typeface="Arial"/>
              </a:rPr>
              <a:t>about</a:t>
            </a:r>
            <a:r>
              <a:rPr sz="2250" spc="-15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32321"/>
                </a:solidFill>
                <a:latin typeface="Arial"/>
                <a:cs typeface="Arial"/>
              </a:rPr>
              <a:t>the</a:t>
            </a:r>
            <a:r>
              <a:rPr sz="2250" spc="-24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32321"/>
                </a:solidFill>
                <a:latin typeface="Arial"/>
                <a:cs typeface="Arial"/>
              </a:rPr>
              <a:t>craft</a:t>
            </a:r>
            <a:r>
              <a:rPr sz="2250" spc="-114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32321"/>
                </a:solidFill>
                <a:latin typeface="Arial"/>
                <a:cs typeface="Arial"/>
              </a:rPr>
              <a:t>of</a:t>
            </a:r>
            <a:r>
              <a:rPr sz="2250" spc="-7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writing</a:t>
            </a:r>
            <a:r>
              <a:rPr sz="2250" spc="-3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25" dirty="0">
                <a:solidFill>
                  <a:srgbClr val="232321"/>
                </a:solidFill>
                <a:latin typeface="Arial"/>
                <a:cs typeface="Arial"/>
              </a:rPr>
              <a:t>individual </a:t>
            </a:r>
            <a:r>
              <a:rPr sz="2250" spc="-10" dirty="0">
                <a:solidFill>
                  <a:srgbClr val="232321"/>
                </a:solidFill>
                <a:latin typeface="Arial"/>
                <a:cs typeface="Arial"/>
              </a:rPr>
              <a:t>pages.</a:t>
            </a:r>
            <a:endParaRPr sz="2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250" dirty="0">
                <a:solidFill>
                  <a:srgbClr val="232321"/>
                </a:solidFill>
                <a:latin typeface="Arial"/>
                <a:cs typeface="Arial"/>
              </a:rPr>
              <a:t>It</a:t>
            </a:r>
            <a:r>
              <a:rPr sz="2250" spc="3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32321"/>
                </a:solidFill>
                <a:latin typeface="Arial"/>
                <a:cs typeface="Arial"/>
              </a:rPr>
              <a:t>is</a:t>
            </a:r>
            <a:r>
              <a:rPr sz="2250" spc="-28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70" dirty="0">
                <a:solidFill>
                  <a:srgbClr val="232321"/>
                </a:solidFill>
                <a:latin typeface="Arial"/>
                <a:cs typeface="Arial"/>
              </a:rPr>
              <a:t>about</a:t>
            </a:r>
            <a:r>
              <a:rPr sz="2250" spc="-7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0" dirty="0">
                <a:solidFill>
                  <a:srgbClr val="232321"/>
                </a:solidFill>
                <a:latin typeface="Arial"/>
                <a:cs typeface="Arial"/>
              </a:rPr>
              <a:t>the</a:t>
            </a:r>
            <a:r>
              <a:rPr sz="2250" spc="-24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70" dirty="0">
                <a:solidFill>
                  <a:srgbClr val="232321"/>
                </a:solidFill>
                <a:latin typeface="Arial"/>
                <a:cs typeface="Arial"/>
              </a:rPr>
              <a:t>engineering</a:t>
            </a:r>
            <a:r>
              <a:rPr sz="2250" spc="3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60" dirty="0">
                <a:solidFill>
                  <a:srgbClr val="232321"/>
                </a:solidFill>
                <a:latin typeface="Arial"/>
                <a:cs typeface="Arial"/>
              </a:rPr>
              <a:t>of</a:t>
            </a:r>
            <a:r>
              <a:rPr sz="2250" spc="-9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65" dirty="0">
                <a:solidFill>
                  <a:srgbClr val="232321"/>
                </a:solidFill>
                <a:latin typeface="Arial"/>
                <a:cs typeface="Arial"/>
              </a:rPr>
              <a:t>an</a:t>
            </a:r>
            <a:r>
              <a:rPr sz="2250" spc="-27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40" dirty="0">
                <a:solidFill>
                  <a:srgbClr val="343431"/>
                </a:solidFill>
                <a:latin typeface="Arial"/>
                <a:cs typeface="Arial"/>
              </a:rPr>
              <a:t>intelligent</a:t>
            </a:r>
            <a:r>
              <a:rPr sz="2250" spc="-90" dirty="0">
                <a:solidFill>
                  <a:srgbClr val="343431"/>
                </a:solidFill>
                <a:latin typeface="Arial"/>
                <a:cs typeface="Arial"/>
              </a:rPr>
              <a:t> </a:t>
            </a:r>
            <a:r>
              <a:rPr sz="2250" spc="-45" dirty="0">
                <a:solidFill>
                  <a:srgbClr val="232321"/>
                </a:solidFill>
                <a:latin typeface="Arial"/>
                <a:cs typeface="Arial"/>
              </a:rPr>
              <a:t>content</a:t>
            </a:r>
            <a:r>
              <a:rPr sz="2250" spc="-10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32321"/>
                </a:solidFill>
                <a:latin typeface="Arial"/>
                <a:cs typeface="Arial"/>
              </a:rPr>
              <a:t>ecosystem.</a:t>
            </a:r>
            <a:endParaRPr sz="2250">
              <a:latin typeface="Arial"/>
              <a:cs typeface="Arial"/>
            </a:endParaRPr>
          </a:p>
          <a:p>
            <a:pPr marL="20320" marR="5080" indent="5715">
              <a:lnSpc>
                <a:spcPct val="100499"/>
              </a:lnSpc>
              <a:spcBef>
                <a:spcPts val="2110"/>
              </a:spcBef>
            </a:pPr>
            <a:r>
              <a:rPr sz="2250" spc="-140" dirty="0">
                <a:solidFill>
                  <a:srgbClr val="232321"/>
                </a:solidFill>
                <a:latin typeface="Arial"/>
                <a:cs typeface="Arial"/>
              </a:rPr>
              <a:t>Success</a:t>
            </a:r>
            <a:r>
              <a:rPr sz="2250" spc="2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14" dirty="0">
                <a:solidFill>
                  <a:srgbClr val="232321"/>
                </a:solidFill>
                <a:latin typeface="Arial"/>
                <a:cs typeface="Arial"/>
              </a:rPr>
              <a:t>means</a:t>
            </a:r>
            <a:r>
              <a:rPr sz="2250" spc="-13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creating</a:t>
            </a:r>
            <a:r>
              <a:rPr sz="2250" spc="-1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content</a:t>
            </a:r>
            <a:r>
              <a:rPr sz="2250" spc="-9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32321"/>
                </a:solidFill>
                <a:latin typeface="Arial"/>
                <a:cs typeface="Arial"/>
              </a:rPr>
              <a:t>that</a:t>
            </a:r>
            <a:r>
              <a:rPr sz="2250" spc="-18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32321"/>
                </a:solidFill>
                <a:latin typeface="Arial"/>
                <a:cs typeface="Arial"/>
              </a:rPr>
              <a:t>is</a:t>
            </a:r>
            <a:r>
              <a:rPr sz="2250" spc="-229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60" dirty="0">
                <a:solidFill>
                  <a:srgbClr val="232321"/>
                </a:solidFill>
                <a:latin typeface="Arial"/>
                <a:cs typeface="Arial"/>
              </a:rPr>
              <a:t>structured,</a:t>
            </a:r>
            <a:r>
              <a:rPr sz="2250" spc="-1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90" dirty="0">
                <a:solidFill>
                  <a:srgbClr val="232321"/>
                </a:solidFill>
                <a:latin typeface="Arial"/>
                <a:cs typeface="Arial"/>
              </a:rPr>
              <a:t>governed,</a:t>
            </a:r>
            <a:r>
              <a:rPr sz="2250" spc="-19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35" dirty="0">
                <a:solidFill>
                  <a:srgbClr val="232321"/>
                </a:solidFill>
                <a:latin typeface="Arial"/>
                <a:cs typeface="Arial"/>
              </a:rPr>
              <a:t>and</a:t>
            </a:r>
            <a:r>
              <a:rPr sz="2250" spc="-16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80" dirty="0">
                <a:solidFill>
                  <a:srgbClr val="232321"/>
                </a:solidFill>
                <a:latin typeface="Arial"/>
                <a:cs typeface="Arial"/>
              </a:rPr>
              <a:t>enriched,</a:t>
            </a:r>
            <a:r>
              <a:rPr sz="2250" spc="-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232321"/>
                </a:solidFill>
                <a:latin typeface="Arial"/>
                <a:cs typeface="Arial"/>
              </a:rPr>
              <a:t>enabling </a:t>
            </a:r>
            <a:r>
              <a:rPr sz="2250" spc="-90" dirty="0">
                <a:solidFill>
                  <a:srgbClr val="232321"/>
                </a:solidFill>
                <a:latin typeface="Arial"/>
                <a:cs typeface="Arial"/>
              </a:rPr>
              <a:t>machines</a:t>
            </a:r>
            <a:r>
              <a:rPr sz="2250" spc="-3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32321"/>
                </a:solidFill>
                <a:latin typeface="Arial"/>
                <a:cs typeface="Arial"/>
              </a:rPr>
              <a:t>to</a:t>
            </a:r>
            <a:r>
              <a:rPr sz="2250" spc="-13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232321"/>
                </a:solidFill>
                <a:latin typeface="Arial"/>
                <a:cs typeface="Arial"/>
              </a:rPr>
              <a:t>deliver</a:t>
            </a:r>
            <a:r>
              <a:rPr sz="2250" spc="-6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90" dirty="0">
                <a:solidFill>
                  <a:srgbClr val="232321"/>
                </a:solidFill>
                <a:latin typeface="Arial"/>
                <a:cs typeface="Arial"/>
              </a:rPr>
              <a:t>precise,</a:t>
            </a:r>
            <a:r>
              <a:rPr sz="2250" spc="-10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45" dirty="0">
                <a:solidFill>
                  <a:srgbClr val="232321"/>
                </a:solidFill>
                <a:latin typeface="Arial"/>
                <a:cs typeface="Arial"/>
              </a:rPr>
              <a:t>frictionless</a:t>
            </a:r>
            <a:r>
              <a:rPr sz="2250" spc="6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105" dirty="0">
                <a:solidFill>
                  <a:srgbClr val="232321"/>
                </a:solidFill>
                <a:latin typeface="Arial"/>
                <a:cs typeface="Arial"/>
              </a:rPr>
              <a:t>experiences</a:t>
            </a:r>
            <a:r>
              <a:rPr sz="2250" spc="-9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232321"/>
                </a:solidFill>
                <a:latin typeface="Arial"/>
                <a:cs typeface="Arial"/>
              </a:rPr>
              <a:t>that</a:t>
            </a:r>
            <a:r>
              <a:rPr sz="2250" spc="-114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45" dirty="0">
                <a:solidFill>
                  <a:srgbClr val="232321"/>
                </a:solidFill>
                <a:latin typeface="Arial"/>
                <a:cs typeface="Arial"/>
              </a:rPr>
              <a:t>directly</a:t>
            </a:r>
            <a:r>
              <a:rPr sz="2250" spc="-14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drive</a:t>
            </a:r>
            <a:r>
              <a:rPr sz="2250" spc="-150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85" dirty="0">
                <a:solidFill>
                  <a:srgbClr val="232321"/>
                </a:solidFill>
                <a:latin typeface="Arial"/>
                <a:cs typeface="Arial"/>
              </a:rPr>
              <a:t>business</a:t>
            </a:r>
            <a:r>
              <a:rPr sz="2250" spc="-135" dirty="0">
                <a:solidFill>
                  <a:srgbClr val="232321"/>
                </a:solidFill>
                <a:latin typeface="Arial"/>
                <a:cs typeface="Arial"/>
              </a:rPr>
              <a:t> </a:t>
            </a:r>
            <a:r>
              <a:rPr sz="2250" spc="-50" dirty="0">
                <a:solidFill>
                  <a:srgbClr val="232321"/>
                </a:solidFill>
                <a:latin typeface="Arial"/>
                <a:cs typeface="Arial"/>
              </a:rPr>
              <a:t>value.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1312</Words>
  <Application>Microsoft Office PowerPoint</Application>
  <PresentationFormat>Custom</PresentationFormat>
  <Paragraphs>152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Times New Roman</vt:lpstr>
      <vt:lpstr>Office Theme</vt:lpstr>
      <vt:lpstr>If your content isn't built for machines, it's built to fail.</vt:lpstr>
      <vt:lpstr>The Al revolution runs on content. Most of it isn't ready.</vt:lpstr>
      <vt:lpstr>Your audience is no longer just human.</vt:lpstr>
      <vt:lpstr>The metrics we used to trust are now just secondary signals.</vt:lpstr>
      <vt:lpstr>The new definition of success is a shift in focus.</vt:lpstr>
      <vt:lpstr>The New Playbook: Measuring Machine-Readiness and Efficiency</vt:lpstr>
      <vt:lpstr>The New Playbook: Measuring User and Business Effectiveness</vt:lpstr>
      <vt:lpstr>Your role is evolving from Content Creator to Content Orchestrator.</vt:lpstr>
      <vt:lpstr>To prove your value, you must speak the language leaders already understand.</vt:lpstr>
      <vt:lpstr>Support Ticket Deflection &amp; First Contact Resolution</vt:lpstr>
      <vt:lpstr>The Value Translation Framework: Increasing Revenue &amp; Retention</vt:lpstr>
      <vt:lpstr>PowerPoint Presentation</vt:lpstr>
      <vt:lpstr>The future is not using Al to write, but to orchestrate the entire content operation.</vt:lpstr>
      <vt:lpstr>From Crafting Pages to Engineering Intelligence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Podcast Summary: Documentation Success Metrics in the AI Age</dc:title>
  <dc:subject>technical writing, documentation success metrics, artificial intelligence</dc:subject>
  <dc:creator>Mugdha Vairagade www.vmugdha.in</dc:creator>
  <cp:keywords>technical, writing, information, architecture, artificial, intelligence, ai, Al, success, metrics</cp:keywords>
  <cp:lastModifiedBy>Mugdha Vairagade</cp:lastModifiedBy>
  <cp:revision>1</cp:revision>
  <dcterms:created xsi:type="dcterms:W3CDTF">2026-01-16T12:11:43Z</dcterms:created>
  <dcterms:modified xsi:type="dcterms:W3CDTF">2026-01-16T12:17:53Z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2026-01-05T00:00:00Z</vt:filetime>
  </property>
  <property fmtid="{D5CDD505-2E9C-101B-9397-08002B2CF9AE}" pid="3" name="LastSaved">
    <vt:filetime>2026-01-16T00:00:00Z</vt:filetime>
  </property>
</Properties>
</file>